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53fc59c1f49ba" /><Relationship Type="http://schemas.openxmlformats.org/officeDocument/2006/relationships/extended-properties" Target="/docProps/app.xml" Id="R473d4ddc5e6240bd" /><Relationship Type="http://schemas.openxmlformats.org/officeDocument/2006/relationships/officeDocument" Target="/ppt/presentation.xml" Id="Rf06d0c4a3286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883d6a315c40c9"/>
  </p:sldMasterIdLst>
  <p:notesMasterIdLst>
    <p:notesMasterId xmlns:r="http://schemas.openxmlformats.org/officeDocument/2006/relationships" r:id="Rec69cba5ede4453d"/>
  </p:notesMasterIdLst>
  <p:sldIdLst>
    <p:sldId xmlns:r="http://schemas.openxmlformats.org/officeDocument/2006/relationships" id="256" r:id="R123891c60d084b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e1d2e98eb04456" /><Relationship Type="http://schemas.openxmlformats.org/officeDocument/2006/relationships/slideMaster" Target="/ppt/slideMasters/slideMaster1.xml" Id="R26883d6a315c40c9" /><Relationship Type="http://schemas.openxmlformats.org/officeDocument/2006/relationships/notesMaster" Target="/ppt/notesMasters/notesMaster1.xml" Id="Rec69cba5ede4453d" /><Relationship Type="http://schemas.openxmlformats.org/officeDocument/2006/relationships/presProps" Target="/ppt/presProps.xml" Id="Re3d2e1275b5443cb" /><Relationship Type="http://schemas.openxmlformats.org/officeDocument/2006/relationships/tableStyles" Target="/ppt/tableStyles.xml" Id="R83253d6f5c284f19" /><Relationship Type="http://schemas.openxmlformats.org/officeDocument/2006/relationships/slide" Target="/ppt/slides/slide1.xml" Id="R123891c60d08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39126e3a4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d9d073a474632" /><Relationship Type="http://schemas.openxmlformats.org/officeDocument/2006/relationships/notesMaster" Target="/ppt/notesMasters/notesMaster1.xml" Id="R5dfc569249aa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44b892ea54f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b4fafc4e449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5d9273fdf41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ba793a7584e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22189b9504f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d4ac07c5b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649CD-2D5A-4BD6-94B5-BC0D3956F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4EA82C-8CCF-41A0-AEA8-BF22AB46F1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D4D566-E181-4A13-AB04-5DAAC7BF4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86E641-6085-4222-90D6-8F374B858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51C6AE-B121-4648-9810-800D1533E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D14F4A-5B7F-48DD-BC8B-699281DEE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E6527B-E5DE-40C7-B099-B1741485CD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F1D3ED-EFCA-4C5C-8DB7-ACAADA89CC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FA0B3D-7C57-4955-91FC-5F94CC8FC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7B985-66E4-4EF7-AECC-F891D3B5E3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4e375bd8f45ab" /><Relationship Type="http://schemas.openxmlformats.org/officeDocument/2006/relationships/slideLayout" Target="/ppt/slideLayouts/slideLayout1.xml" Id="R2e3c88cf02d24948" /><Relationship Type="http://schemas.openxmlformats.org/officeDocument/2006/relationships/slideLayout" Target="/ppt/slideLayouts/slideLayout2.xml" Id="Rba04aaeadf1c46b7" /><Relationship Type="http://schemas.openxmlformats.org/officeDocument/2006/relationships/slideLayout" Target="/ppt/slideLayouts/slideLayout3.xml" Id="Ra377864d568840d2" /><Relationship Type="http://schemas.openxmlformats.org/officeDocument/2006/relationships/slideLayout" Target="/ppt/slideLayouts/slideLayout4.xml" Id="Rce704864aff54210" /><Relationship Type="http://schemas.openxmlformats.org/officeDocument/2006/relationships/slideLayout" Target="/ppt/slideLayouts/slideLayout5.xml" Id="Ra83dfdd12f93445c" /><Relationship Type="http://schemas.openxmlformats.org/officeDocument/2006/relationships/slideLayout" Target="/ppt/slideLayouts/slideLayout6.xml" Id="Rf7231c1600354c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3c88cf02d24948"/>
    <p:sldLayoutId xmlns:r="http://schemas.openxmlformats.org/officeDocument/2006/relationships" id="2147483650" r:id="Rba04aaeadf1c46b7"/>
    <p:sldLayoutId xmlns:r="http://schemas.openxmlformats.org/officeDocument/2006/relationships" id="2147483651" r:id="Ra377864d568840d2"/>
    <p:sldLayoutId xmlns:r="http://schemas.openxmlformats.org/officeDocument/2006/relationships" id="2147483652" r:id="Rce704864aff54210"/>
    <p:sldLayoutId xmlns:r="http://schemas.openxmlformats.org/officeDocument/2006/relationships" id="2147483653" r:id="Ra83dfdd12f93445c"/>
    <p:sldLayoutId xmlns:r="http://schemas.openxmlformats.org/officeDocument/2006/relationships" id="2147483654" r:id="Rf7231c160035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8cf155c2f4a53" /><Relationship Type="http://schemas.openxmlformats.org/officeDocument/2006/relationships/notesSlide" Target="/ppt/notesSlides/notesSlide1.xml" Id="R7c4208929b7b4f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roject label">
            <a:extLst xmlns:a="http://schemas.openxmlformats.org/drawingml/2006/main">
              <a:ext uri="{FF2B5EF4-FFF2-40B4-BE49-F238E27FC236}">
                <a16:creationId xmlns:a16="http://schemas.microsoft.com/office/drawing/2014/main" id="{9F44969E-44BC-4D4E-A84E-130BAFD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AER AI REFEREE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9082FF-34CD-480A-B0B2-C9EDE7A7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86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28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Quy trình xử lý yêu cầu học vụ</a:t>
            </a:r>
          </a:p>
        </p:txBody>
      </p:sp>
      <p:sp>
        <p:nvSpPr>
          <p:cNvPr id="3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F20FBE73-81E2-443F-9EB8-B4054596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44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AI phân tích và đối chiếu quy chế. Giảng viên quyết định các trường hợp cần xem xét.</a:t>
            </a:r>
          </a:p>
        </p:txBody>
      </p:sp>
      <p:sp>
        <p:nvSpPr>
          <p:cNvPr id="4" name="Input panel">
            <a:extLst xmlns:a="http://schemas.openxmlformats.org/drawingml/2006/main">
              <a:ext uri="{FF2B5EF4-FFF2-40B4-BE49-F238E27FC236}">
                <a16:creationId xmlns:a16="http://schemas.microsoft.com/office/drawing/2014/main" id="{78D2EF82-DB3D-49F1-A47B-BB59B98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57325"/>
            <a:ext cx="2724150" cy="4762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2383">
            <a:solidFill>
              <a:srgbClr val="B8DCFF"/>
            </a:solidFill>
            <a:prstDash val="solid"/>
          </a:ln>
        </p:spPr>
      </p:sp>
      <p:sp>
        <p:nvSpPr>
          <p:cNvPr id="5" name="Processing panel">
            <a:extLst xmlns:a="http://schemas.openxmlformats.org/drawingml/2006/main">
              <a:ext uri="{FF2B5EF4-FFF2-40B4-BE49-F238E27FC236}">
                <a16:creationId xmlns:a16="http://schemas.microsoft.com/office/drawing/2014/main" id="{F791FED2-E9B9-4854-BD12-E83F812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457325"/>
            <a:ext cx="5905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12383">
            <a:solidFill>
              <a:srgbClr val="D7D0FF"/>
            </a:solidFill>
            <a:prstDash val="solid"/>
          </a:ln>
        </p:spPr>
      </p:sp>
      <p:sp>
        <p:nvSpPr>
          <p:cNvPr id="6" name="Output panel">
            <a:extLst xmlns:a="http://schemas.openxmlformats.org/drawingml/2006/main">
              <a:ext uri="{FF2B5EF4-FFF2-40B4-BE49-F238E27FC236}">
                <a16:creationId xmlns:a16="http://schemas.microsoft.com/office/drawing/2014/main" id="{862A0175-94AC-4DE8-B4E9-E3A10CA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57325"/>
            <a:ext cx="2705100" cy="47625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6FCFA"/>
          </a:solidFill>
          <a:ln xmlns:a="http://schemas.openxmlformats.org/drawingml/2006/main" w="12383">
            <a:solidFill>
              <a:srgbClr val="B9EBDC"/>
            </a:solidFill>
            <a:prstDash val="solid"/>
          </a:ln>
        </p:spPr>
      </p:sp>
      <p:sp>
        <p:nvSpPr>
          <p:cNvPr id="7" name="Input icon">
            <a:extLst xmlns:a="http://schemas.openxmlformats.org/drawingml/2006/main">
              <a:ext uri="{FF2B5EF4-FFF2-40B4-BE49-F238E27FC236}">
                <a16:creationId xmlns:a16="http://schemas.microsoft.com/office/drawing/2014/main" id="{7B5FFBA6-F24D-456E-8A84-EC847D34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9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8" name="Input icon label">
            <a:extLst xmlns:a="http://schemas.openxmlformats.org/drawingml/2006/main">
              <a:ext uri="{FF2B5EF4-FFF2-40B4-BE49-F238E27FC236}">
                <a16:creationId xmlns:a16="http://schemas.microsoft.com/office/drawing/2014/main" id="{78349A3A-CD3F-4897-A045-5E3F8DF0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SV</a:t>
            </a:r>
          </a:p>
        </p:txBody>
      </p:sp>
      <p:sp>
        <p:nvSpPr>
          <p:cNvPr id="9" name="Input heading">
            <a:extLst xmlns:a="http://schemas.openxmlformats.org/drawingml/2006/main">
              <a:ext uri="{FF2B5EF4-FFF2-40B4-BE49-F238E27FC236}">
                <a16:creationId xmlns:a16="http://schemas.microsoft.com/office/drawing/2014/main" id="{8DCC9FF2-1C74-4EA3-A9EF-F4D0BA19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950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477D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10" name="Process icon">
            <a:extLst xmlns:a="http://schemas.openxmlformats.org/drawingml/2006/main">
              <a:ext uri="{FF2B5EF4-FFF2-40B4-BE49-F238E27FC236}">
                <a16:creationId xmlns:a16="http://schemas.microsoft.com/office/drawing/2014/main" id="{2CF9986B-5926-497A-9349-05FAD1FB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9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11" name="Process icon label">
            <a:extLst xmlns:a="http://schemas.openxmlformats.org/drawingml/2006/main">
              <a:ext uri="{FF2B5EF4-FFF2-40B4-BE49-F238E27FC236}">
                <a16:creationId xmlns:a16="http://schemas.microsoft.com/office/drawing/2014/main" id="{53A1597E-C221-4084-B869-124011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2" name="Process heading">
            <a:extLst xmlns:a="http://schemas.openxmlformats.org/drawingml/2006/main">
              <a:ext uri="{FF2B5EF4-FFF2-40B4-BE49-F238E27FC236}">
                <a16:creationId xmlns:a16="http://schemas.microsoft.com/office/drawing/2014/main" id="{D2B73907-EBC5-4591-9E33-55920186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81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9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13" name="Process intro">
            <a:extLst xmlns:a="http://schemas.openxmlformats.org/drawingml/2006/main">
              <a:ext uri="{FF2B5EF4-FFF2-40B4-BE49-F238E27FC236}">
                <a16:creationId xmlns:a16="http://schemas.microsoft.com/office/drawing/2014/main" id="{41A0BF13-410B-4C48-B072-E6C4AABB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05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AI thẩm định yêu cầu qua ba bước</a:t>
            </a:r>
          </a:p>
        </p:txBody>
      </p:sp>
      <p:sp>
        <p:nvSpPr>
          <p:cNvPr id="14" name="Output icon">
            <a:extLst xmlns:a="http://schemas.openxmlformats.org/drawingml/2006/main">
              <a:ext uri="{FF2B5EF4-FFF2-40B4-BE49-F238E27FC236}">
                <a16:creationId xmlns:a16="http://schemas.microsoft.com/office/drawing/2014/main" id="{770CD311-4415-4BA1-AA98-E9032C34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09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15" name="Output icon label">
            <a:extLst xmlns:a="http://schemas.openxmlformats.org/drawingml/2006/main">
              <a:ext uri="{FF2B5EF4-FFF2-40B4-BE49-F238E27FC236}">
                <a16:creationId xmlns:a16="http://schemas.microsoft.com/office/drawing/2014/main" id="{F9A6B346-05CA-4E51-A6C2-B51A1EB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Output heading">
            <a:extLst xmlns:a="http://schemas.openxmlformats.org/drawingml/2006/main">
              <a:ext uri="{FF2B5EF4-FFF2-40B4-BE49-F238E27FC236}">
                <a16:creationId xmlns:a16="http://schemas.microsoft.com/office/drawing/2014/main" id="{BD3144CE-066C-483A-A969-09F9556A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60972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950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5C4A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17" name="Input description">
            <a:extLst xmlns:a="http://schemas.openxmlformats.org/drawingml/2006/main">
              <a:ext uri="{FF2B5EF4-FFF2-40B4-BE49-F238E27FC236}">
                <a16:creationId xmlns:a16="http://schemas.microsoft.com/office/drawing/2014/main" id="{4747B6B2-AB3C-48A7-B095-6C5277A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315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63" b="0">
                <a:solidFill>
                  <a:srgbClr val="315A8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15A8A"/>
                </a:solidFill>
                <a:latin typeface="Arial"/>
                <a:ea typeface="Arial"/>
                <a:cs typeface="Arial"/>
              </a:rPr>
              <a:t>Sinh viên gửi câu hỏi liên quan đến môn học, quy chế hoặc tình huống cá nhân.</a:t>
            </a:r>
          </a:p>
        </p:txBody>
      </p:sp>
      <p:sp>
        <p:nvSpPr>
          <p:cNvPr id="18" name="Example card">
            <a:extLst xmlns:a="http://schemas.openxmlformats.org/drawingml/2006/main">
              <a:ext uri="{FF2B5EF4-FFF2-40B4-BE49-F238E27FC236}">
                <a16:creationId xmlns:a16="http://schemas.microsoft.com/office/drawing/2014/main" id="{F94C5396-84E7-45F9-A4FE-A2A73475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38125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CFF"/>
            </a:solidFill>
            <a:prstDash val="solid"/>
          </a:ln>
        </p:spPr>
      </p:sp>
      <p:sp>
        <p:nvSpPr>
          <p:cNvPr id="19" name="Example icon">
            <a:extLst xmlns:a="http://schemas.openxmlformats.org/drawingml/2006/main">
              <a:ext uri="{FF2B5EF4-FFF2-40B4-BE49-F238E27FC236}">
                <a16:creationId xmlns:a16="http://schemas.microsoft.com/office/drawing/2014/main" id="{A00CE74D-7FF0-469F-A9E2-B891934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20" name="Example icon label">
            <a:extLst xmlns:a="http://schemas.openxmlformats.org/drawingml/2006/main">
              <a:ext uri="{FF2B5EF4-FFF2-40B4-BE49-F238E27FC236}">
                <a16:creationId xmlns:a16="http://schemas.microsoft.com/office/drawing/2014/main" id="{305F55BE-732C-4E81-B3DB-A48732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Example heading">
            <a:extLst xmlns:a="http://schemas.openxmlformats.org/drawingml/2006/main">
              <a:ext uri="{FF2B5EF4-FFF2-40B4-BE49-F238E27FC236}">
                <a16:creationId xmlns:a16="http://schemas.microsoft.com/office/drawing/2014/main" id="{F31D9078-E315-4040-8362-FCB985CC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432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477D"/>
                </a:solidFill>
                <a:latin typeface="Arial"/>
                <a:ea typeface="Arial"/>
                <a:cs typeface="Arial"/>
              </a:rPr>
              <a:t>Ví dụ câu hỏi</a:t>
            </a:r>
          </a:p>
        </p:txBody>
      </p:sp>
      <p:sp>
        <p:nvSpPr>
          <p:cNvPr id="22" name="Example text">
            <a:extLst xmlns:a="http://schemas.openxmlformats.org/drawingml/2006/main">
              <a:ext uri="{FF2B5EF4-FFF2-40B4-BE49-F238E27FC236}">
                <a16:creationId xmlns:a16="http://schemas.microsoft.com/office/drawing/2014/main" id="{9CF4A26E-F390-4426-ACA1-EADFC34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“Em có thể nộp bài trễ trong trường hợp nào không?”</a:t>
            </a:r>
          </a:p>
        </p:txBody>
      </p:sp>
      <p:sp>
        <p:nvSpPr>
          <p:cNvPr id="23" name="Input fields heading">
            <a:extLst xmlns:a="http://schemas.openxmlformats.org/drawingml/2006/main">
              <a:ext uri="{FF2B5EF4-FFF2-40B4-BE49-F238E27FC236}">
                <a16:creationId xmlns:a16="http://schemas.microsoft.com/office/drawing/2014/main" id="{999327A6-2F96-463B-BDA2-BE35FD5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7677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15477D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5477D"/>
                </a:solidFill>
                <a:latin typeface="Arial"/>
                <a:ea typeface="Arial"/>
                <a:cs typeface="Arial"/>
              </a:rPr>
              <a:t>Thông tin sinh viên gửi</a:t>
            </a:r>
          </a:p>
        </p:txBody>
      </p:sp>
      <p:sp>
        <p:nvSpPr>
          <p:cNvPr id="24" name="Input fields detail">
            <a:extLst xmlns:a="http://schemas.openxmlformats.org/drawingml/2006/main">
              <a:ext uri="{FF2B5EF4-FFF2-40B4-BE49-F238E27FC236}">
                <a16:creationId xmlns:a16="http://schemas.microsoft.com/office/drawing/2014/main" id="{545D24CD-48EF-4ED7-A3D5-D430669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81575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Mã học phần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Câu hỏi và mô tả tình huống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Thông tin bổ sung nếu cần</a:t>
            </a:r>
          </a:p>
        </p:txBody>
      </p:sp>
      <p:sp>
        <p:nvSpPr>
          <p:cNvPr id="25" name="Step 1 analysis">
            <a:extLst xmlns:a="http://schemas.openxmlformats.org/drawingml/2006/main">
              <a:ext uri="{FF2B5EF4-FFF2-40B4-BE49-F238E27FC236}">
                <a16:creationId xmlns:a16="http://schemas.microsoft.com/office/drawing/2014/main" id="{5105CC7F-D358-401C-ABA9-F8576EA6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5448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0FF"/>
            </a:solidFill>
            <a:prstDash val="solid"/>
          </a:ln>
        </p:spPr>
      </p:sp>
      <p:sp>
        <p:nvSpPr>
          <p:cNvPr id="26" name="Step 1 analysis number">
            <a:extLst xmlns:a="http://schemas.openxmlformats.org/drawingml/2006/main">
              <a:ext uri="{FF2B5EF4-FFF2-40B4-BE49-F238E27FC236}">
                <a16:creationId xmlns:a16="http://schemas.microsoft.com/office/drawing/2014/main" id="{DA9BA6B4-A512-492D-9D70-01032A2E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14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27" name="Step 1 analysis number label">
            <a:extLst xmlns:a="http://schemas.openxmlformats.org/drawingml/2006/main">
              <a:ext uri="{FF2B5EF4-FFF2-40B4-BE49-F238E27FC236}">
                <a16:creationId xmlns:a16="http://schemas.microsoft.com/office/drawing/2014/main" id="{F42918E8-3CA7-425B-A47A-1320B47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Step 1 analysis title">
            <a:extLst xmlns:a="http://schemas.openxmlformats.org/drawingml/2006/main">
              <a:ext uri="{FF2B5EF4-FFF2-40B4-BE49-F238E27FC236}">
                <a16:creationId xmlns:a16="http://schemas.microsoft.com/office/drawing/2014/main" id="{2A117143-E256-407D-8607-2318678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47900"/>
            <a:ext cx="4514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Phân tích yêu cầu</a:t>
            </a:r>
          </a:p>
        </p:txBody>
      </p:sp>
      <p:sp>
        <p:nvSpPr>
          <p:cNvPr id="29" name="Step 1 analysis detail">
            <a:extLst xmlns:a="http://schemas.openxmlformats.org/drawingml/2006/main">
              <a:ext uri="{FF2B5EF4-FFF2-40B4-BE49-F238E27FC236}">
                <a16:creationId xmlns:a16="http://schemas.microsoft.com/office/drawing/2014/main" id="{BD054FFA-CDD6-4C96-957C-2048C2C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76500"/>
            <a:ext cx="451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Nhận diện nội dung, môn học và ý định của sinh viên.</a:t>
            </a:r>
          </a:p>
        </p:txBody>
      </p:sp>
      <p:sp>
        <p:nvSpPr>
          <p:cNvPr id="30" name="Step 2 policy">
            <a:extLst xmlns:a="http://schemas.openxmlformats.org/drawingml/2006/main">
              <a:ext uri="{FF2B5EF4-FFF2-40B4-BE49-F238E27FC236}">
                <a16:creationId xmlns:a16="http://schemas.microsoft.com/office/drawing/2014/main" id="{8E3BEC55-1C42-4088-8366-5372546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5448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0FF"/>
            </a:solidFill>
            <a:prstDash val="solid"/>
          </a:ln>
        </p:spPr>
      </p:sp>
      <p:sp>
        <p:nvSpPr>
          <p:cNvPr id="31" name="Step 2 policy number">
            <a:extLst xmlns:a="http://schemas.openxmlformats.org/drawingml/2006/main">
              <a:ext uri="{FF2B5EF4-FFF2-40B4-BE49-F238E27FC236}">
                <a16:creationId xmlns:a16="http://schemas.microsoft.com/office/drawing/2014/main" id="{981B7467-4D35-441B-9C33-C6004E7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32" name="Step 2 policy number label">
            <a:extLst xmlns:a="http://schemas.openxmlformats.org/drawingml/2006/main">
              <a:ext uri="{FF2B5EF4-FFF2-40B4-BE49-F238E27FC236}">
                <a16:creationId xmlns:a16="http://schemas.microsoft.com/office/drawing/2014/main" id="{3E6B4ED5-06AD-44C8-8B29-001390A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Step 2 policy title">
            <a:extLst xmlns:a="http://schemas.openxmlformats.org/drawingml/2006/main">
              <a:ext uri="{FF2B5EF4-FFF2-40B4-BE49-F238E27FC236}">
                <a16:creationId xmlns:a16="http://schemas.microsoft.com/office/drawing/2014/main" id="{0CD0D26E-204B-4DDF-85D9-58A1536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71800"/>
            <a:ext cx="4514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Đối chiếu quy chế</a:t>
            </a:r>
          </a:p>
        </p:txBody>
      </p:sp>
      <p:sp>
        <p:nvSpPr>
          <p:cNvPr id="34" name="Step 2 policy detail">
            <a:extLst xmlns:a="http://schemas.openxmlformats.org/drawingml/2006/main">
              <a:ext uri="{FF2B5EF4-FFF2-40B4-BE49-F238E27FC236}">
                <a16:creationId xmlns:a16="http://schemas.microsoft.com/office/drawing/2014/main" id="{7BC2B365-8991-473E-A8DC-31AD0B9E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0400"/>
            <a:ext cx="451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Tra cứu điều khoản liên quan, điều kiện và ngoại lệ đã duyệt.</a:t>
            </a:r>
          </a:p>
        </p:txBody>
      </p:sp>
      <p:sp>
        <p:nvSpPr>
          <p:cNvPr id="35" name="Step 3 result">
            <a:extLst xmlns:a="http://schemas.openxmlformats.org/drawingml/2006/main">
              <a:ext uri="{FF2B5EF4-FFF2-40B4-BE49-F238E27FC236}">
                <a16:creationId xmlns:a16="http://schemas.microsoft.com/office/drawing/2014/main" id="{CF1D60ED-EBF4-4421-870F-2EF8610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5448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0FF"/>
            </a:solidFill>
            <a:prstDash val="solid"/>
          </a:ln>
        </p:spPr>
      </p:sp>
      <p:sp>
        <p:nvSpPr>
          <p:cNvPr id="36" name="Step 3 result number">
            <a:extLst xmlns:a="http://schemas.openxmlformats.org/drawingml/2006/main">
              <a:ext uri="{FF2B5EF4-FFF2-40B4-BE49-F238E27FC236}">
                <a16:creationId xmlns:a16="http://schemas.microsoft.com/office/drawing/2014/main" id="{B1DC43CE-03AC-4517-9F81-9FCC696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37" name="Step 3 result number label">
            <a:extLst xmlns:a="http://schemas.openxmlformats.org/drawingml/2006/main">
              <a:ext uri="{FF2B5EF4-FFF2-40B4-BE49-F238E27FC236}">
                <a16:creationId xmlns:a16="http://schemas.microsoft.com/office/drawing/2014/main" id="{502256C6-E085-4343-9A92-182ADD3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Step 3 result title">
            <a:extLst xmlns:a="http://schemas.openxmlformats.org/drawingml/2006/main">
              <a:ext uri="{FF2B5EF4-FFF2-40B4-BE49-F238E27FC236}">
                <a16:creationId xmlns:a16="http://schemas.microsoft.com/office/drawing/2014/main" id="{5EAFCF26-CF05-414B-ABD1-764936C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95700"/>
            <a:ext cx="4514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Tổng hợp hướng xử lý</a:t>
            </a:r>
          </a:p>
        </p:txBody>
      </p:sp>
      <p:sp>
        <p:nvSpPr>
          <p:cNvPr id="39" name="Step 3 result detail">
            <a:extLst xmlns:a="http://schemas.openxmlformats.org/drawingml/2006/main">
              <a:ext uri="{FF2B5EF4-FFF2-40B4-BE49-F238E27FC236}">
                <a16:creationId xmlns:a16="http://schemas.microsoft.com/office/drawing/2014/main" id="{E123DC61-CD46-41FD-82A4-35DB4580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24300"/>
            <a:ext cx="451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08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Chuẩn bị câu trả lời có căn cứ hoặc xác định cần hỏi thêm.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00DAA-9651-4D5C-A0F4-A80285772567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115050" y="27813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659F6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DC1CB0-E1D1-49EC-BBF4-7A82E72CD314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115050" y="3505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659F6"/>
            </a:solidFill>
            <a:prstDash val="solid"/>
            <a:tailEnd type="triangle" w="sm" len="sm"/>
          </a:ln>
        </p:spPr>
      </p:cxnSp>
      <p:sp>
        <p:nvSpPr>
          <p:cNvPr id="42" name="Human review decision">
            <a:extLst xmlns:a="http://schemas.openxmlformats.org/drawingml/2006/main">
              <a:ext uri="{FF2B5EF4-FFF2-40B4-BE49-F238E27FC236}">
                <a16:creationId xmlns:a16="http://schemas.microsoft.com/office/drawing/2014/main" id="{CC8C85BD-EFA0-4F49-8A40-E43DA47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91025"/>
            <a:ext cx="1828800" cy="828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3F1FF"/>
          </a:solidFill>
          <a:ln xmlns:a="http://schemas.openxmlformats.org/drawingml/2006/main" w="17145">
            <a:solidFill>
              <a:srgbClr val="D7D0FF"/>
            </a:solidFill>
            <a:prstDash val="solid"/>
          </a:ln>
        </p:spPr>
      </p:sp>
      <p:sp>
        <p:nvSpPr>
          <p:cNvPr id="43" name="Decision question">
            <a:extLst xmlns:a="http://schemas.openxmlformats.org/drawingml/2006/main">
              <a:ext uri="{FF2B5EF4-FFF2-40B4-BE49-F238E27FC236}">
                <a16:creationId xmlns:a16="http://schemas.microsoft.com/office/drawing/2014/main" id="{CC563281-4D70-4C1A-BDFA-FFDB606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62475"/>
            <a:ext cx="137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Giảng viên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xem xét?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5528B1-0D4A-4C6B-B953-19CF94AE8B27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6105525" y="4229100"/>
            <a:ext cx="952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659F6"/>
            </a:solidFill>
            <a:prstDash val="solid"/>
            <a:tailEnd type="triangle" w="sm" len="sm"/>
          </a:ln>
        </p:spPr>
      </p:cxnSp>
      <p:sp>
        <p:nvSpPr>
          <p:cNvPr id="45" name="AI automatic handling">
            <a:extLst xmlns:a="http://schemas.openxmlformats.org/drawingml/2006/main">
              <a:ext uri="{FF2B5EF4-FFF2-40B4-BE49-F238E27FC236}">
                <a16:creationId xmlns:a16="http://schemas.microsoft.com/office/drawing/2014/main" id="{A0EAD1E9-9BB7-4590-8A5D-41C84641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81625"/>
            <a:ext cx="2562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11430">
            <a:solidFill>
              <a:srgbClr val="B9EBDC"/>
            </a:solidFill>
            <a:prstDash val="solid"/>
          </a:ln>
        </p:spPr>
      </p:sp>
      <p:sp>
        <p:nvSpPr>
          <p:cNvPr id="46" name="AI handling icon">
            <a:extLst xmlns:a="http://schemas.openxmlformats.org/drawingml/2006/main">
              <a:ext uri="{FF2B5EF4-FFF2-40B4-BE49-F238E27FC236}">
                <a16:creationId xmlns:a16="http://schemas.microsoft.com/office/drawing/2014/main" id="{AB885E11-517B-4612-967E-9B7CB92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245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47" name="AI handling icon label">
            <a:extLst xmlns:a="http://schemas.openxmlformats.org/drawingml/2006/main">
              <a:ext uri="{FF2B5EF4-FFF2-40B4-BE49-F238E27FC236}">
                <a16:creationId xmlns:a16="http://schemas.microsoft.com/office/drawing/2014/main" id="{94BD537E-8BE5-48BD-A62F-BA437CC0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3402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8" name="AI handling heading">
            <a:extLst xmlns:a="http://schemas.openxmlformats.org/drawingml/2006/main">
              <a:ext uri="{FF2B5EF4-FFF2-40B4-BE49-F238E27FC236}">
                <a16:creationId xmlns:a16="http://schemas.microsoft.com/office/drawing/2014/main" id="{FAF285B7-2173-40B0-80F9-E285445D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43877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0874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08745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8745A"/>
                </a:solidFill>
                <a:latin typeface="Arial"/>
                <a:ea typeface="Arial"/>
                <a:cs typeface="Arial"/>
              </a:rPr>
              <a:t>AI xử lý theo quy chế</a:t>
            </a:r>
          </a:p>
        </p:txBody>
      </p:sp>
      <p:sp>
        <p:nvSpPr>
          <p:cNvPr id="49" name="AI handling detail">
            <a:extLst xmlns:a="http://schemas.openxmlformats.org/drawingml/2006/main">
              <a:ext uri="{FF2B5EF4-FFF2-40B4-BE49-F238E27FC236}">
                <a16:creationId xmlns:a16="http://schemas.microsoft.com/office/drawing/2014/main" id="{4CC7914D-28FA-450D-8423-23A03B3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6769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>
            <a:defPPr algn="l">
              <a:defRPr sz="99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Trả lời, hỏi bổ sung hoặc nêu lý do ngoài phạm vi.</a:t>
            </a:r>
          </a:p>
        </p:txBody>
      </p:sp>
      <p:sp>
        <p:nvSpPr>
          <p:cNvPr id="50" name="Lecturer review handling">
            <a:extLst xmlns:a="http://schemas.openxmlformats.org/drawingml/2006/main">
              <a:ext uri="{FF2B5EF4-FFF2-40B4-BE49-F238E27FC236}">
                <a16:creationId xmlns:a16="http://schemas.microsoft.com/office/drawing/2014/main" id="{5A8EB62B-96CA-4AAF-8539-8011865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81625"/>
            <a:ext cx="2562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3335">
            <a:solidFill>
              <a:srgbClr val="FFC8D4"/>
            </a:solidFill>
            <a:prstDash val="solid"/>
          </a:ln>
        </p:spPr>
      </p:sp>
      <p:sp>
        <p:nvSpPr>
          <p:cNvPr id="51" name="Lecturer icon">
            <a:extLst xmlns:a="http://schemas.openxmlformats.org/drawingml/2006/main">
              <a:ext uri="{FF2B5EF4-FFF2-40B4-BE49-F238E27FC236}">
                <a16:creationId xmlns:a16="http://schemas.microsoft.com/office/drawing/2014/main" id="{03AE6503-DDEF-4E97-B52E-B5D0B1C3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5245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459"/>
          </a:solidFill>
          <a:ln xmlns:a="http://schemas.openxmlformats.org/drawingml/2006/main" w="0">
            <a:solidFill>
              <a:srgbClr val="D93459"/>
            </a:solidFill>
            <a:prstDash val="solid"/>
          </a:ln>
        </p:spPr>
      </p:sp>
      <p:sp>
        <p:nvSpPr>
          <p:cNvPr id="52" name="Lecturer icon label">
            <a:extLst xmlns:a="http://schemas.openxmlformats.org/drawingml/2006/main">
              <a:ext uri="{FF2B5EF4-FFF2-40B4-BE49-F238E27FC236}">
                <a16:creationId xmlns:a16="http://schemas.microsoft.com/office/drawing/2014/main" id="{6B648450-8228-4B43-9630-3018D81A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53402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GV</a:t>
            </a:r>
          </a:p>
        </p:txBody>
      </p:sp>
      <p:sp>
        <p:nvSpPr>
          <p:cNvPr id="53" name="Lecturer heading">
            <a:extLst xmlns:a="http://schemas.openxmlformats.org/drawingml/2006/main">
              <a:ext uri="{FF2B5EF4-FFF2-40B4-BE49-F238E27FC236}">
                <a16:creationId xmlns:a16="http://schemas.microsoft.com/office/drawing/2014/main" id="{E8926A6A-B31C-4532-BEF4-3BB4C081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4387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934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D934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3459"/>
                </a:solidFill>
                <a:latin typeface="Arial"/>
                <a:ea typeface="Arial"/>
                <a:cs typeface="Arial"/>
              </a:rPr>
              <a:t>Giảng viên xem xét</a:t>
            </a:r>
          </a:p>
        </p:txBody>
      </p:sp>
      <p:sp>
        <p:nvSpPr>
          <p:cNvPr id="54" name="Lecturer detail">
            <a:extLst xmlns:a="http://schemas.openxmlformats.org/drawingml/2006/main">
              <a:ext uri="{FF2B5EF4-FFF2-40B4-BE49-F238E27FC236}">
                <a16:creationId xmlns:a16="http://schemas.microsoft.com/office/drawing/2014/main" id="{9212026F-C3E4-4414-80CE-96662D92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6769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196"/>
          </a:bodyPr>
          <a:lstStyle xmlns:a="http://schemas.openxmlformats.org/drawingml/2006/main">
            <a:defPPr algn="l">
              <a:defRPr sz="102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2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Ra quyết định cuối cùng. SLA 48 giờ.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144896-186D-42D1-8DFE-D63C70CF0645}"/>
              </a:ext>
            </a:extLst>
          </p:cNvPr>
          <p:cNvCxnSpPr>
            <a:stCxn xmlns:a="http://schemas.openxmlformats.org/drawingml/2006/main" id="42" idx="1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H="1">
            <a:off x="4652963" y="4805363"/>
            <a:ext cx="538163" cy="576263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69C78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C399BC-7A9D-4DCA-97A0-3FA2570866B6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7019925" y="4805363"/>
            <a:ext cx="538163" cy="576263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D93459"/>
            </a:solidFill>
            <a:prstDash val="solid"/>
            <a:tailEnd type="triangle" w="sm" len="sm"/>
          </a:ln>
        </p:spPr>
      </p:cxnSp>
      <p:sp>
        <p:nvSpPr>
          <p:cNvPr id="57" name="No branch label">
            <a:extLst xmlns:a="http://schemas.openxmlformats.org/drawingml/2006/main">
              <a:ext uri="{FF2B5EF4-FFF2-40B4-BE49-F238E27FC236}">
                <a16:creationId xmlns:a16="http://schemas.microsoft.com/office/drawing/2014/main" id="{8F2719D9-8DFB-46C8-8C5D-67EF7945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435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58" name="Yes branch label">
            <a:extLst xmlns:a="http://schemas.openxmlformats.org/drawingml/2006/main">
              <a:ext uri="{FF2B5EF4-FFF2-40B4-BE49-F238E27FC236}">
                <a16:creationId xmlns:a16="http://schemas.microsoft.com/office/drawing/2014/main" id="{4517C76C-33A2-438A-9442-5687844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34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D934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3459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59" name="Output introduction">
            <a:extLst xmlns:a="http://schemas.openxmlformats.org/drawingml/2006/main">
              <a:ext uri="{FF2B5EF4-FFF2-40B4-BE49-F238E27FC236}">
                <a16:creationId xmlns:a16="http://schemas.microsoft.com/office/drawing/2014/main" id="{A6644FB6-3997-402F-94FD-67CF6807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4312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287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088" b="0">
                <a:solidFill>
                  <a:srgbClr val="28715F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8715F"/>
                </a:solidFill>
                <a:latin typeface="Arial"/>
                <a:ea typeface="Arial"/>
                <a:cs typeface="Arial"/>
              </a:rPr>
              <a:t>Kết quả được gửi kèm căn cứ rõ ràng để sinh viên theo dõi.</a:t>
            </a:r>
          </a:p>
        </p:txBody>
      </p:sp>
      <p:sp>
        <p:nvSpPr>
          <p:cNvPr id="60" name="Output response">
            <a:extLst xmlns:a="http://schemas.openxmlformats.org/drawingml/2006/main">
              <a:ext uri="{FF2B5EF4-FFF2-40B4-BE49-F238E27FC236}">
                <a16:creationId xmlns:a16="http://schemas.microsoft.com/office/drawing/2014/main" id="{7CA2A391-93F5-431F-9191-2E9D0DC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23526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9525">
            <a:solidFill>
              <a:srgbClr val="D4F0E7"/>
            </a:solidFill>
            <a:prstDash val="solid"/>
          </a:ln>
        </p:spPr>
      </p:sp>
      <p:sp>
        <p:nvSpPr>
          <p:cNvPr id="61" name="Output response icon">
            <a:extLst xmlns:a="http://schemas.openxmlformats.org/drawingml/2006/main">
              <a:ext uri="{FF2B5EF4-FFF2-40B4-BE49-F238E27FC236}">
                <a16:creationId xmlns:a16="http://schemas.microsoft.com/office/drawing/2014/main" id="{89C527CD-6106-4262-BF8D-FC93A8F9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24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62" name="Output response icon label">
            <a:extLst xmlns:a="http://schemas.openxmlformats.org/drawingml/2006/main">
              <a:ext uri="{FF2B5EF4-FFF2-40B4-BE49-F238E27FC236}">
                <a16:creationId xmlns:a16="http://schemas.microsoft.com/office/drawing/2014/main" id="{E7EFE87E-98D4-4B5C-B672-5D0EBF38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3" name="Output response label">
            <a:extLst xmlns:a="http://schemas.openxmlformats.org/drawingml/2006/main">
              <a:ext uri="{FF2B5EF4-FFF2-40B4-BE49-F238E27FC236}">
                <a16:creationId xmlns:a16="http://schemas.microsoft.com/office/drawing/2014/main" id="{7EDC81A7-6110-4896-BE84-1E6E14C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765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5C4A"/>
                </a:solidFill>
                <a:latin typeface="Arial"/>
                <a:ea typeface="Arial"/>
                <a:cs typeface="Arial"/>
              </a:rPr>
              <a:t>Phản hồi yêu cầu</a:t>
            </a:r>
          </a:p>
        </p:txBody>
      </p:sp>
      <p:sp>
        <p:nvSpPr>
          <p:cNvPr id="64" name="Output response detail">
            <a:extLst xmlns:a="http://schemas.openxmlformats.org/drawingml/2006/main">
              <a:ext uri="{FF2B5EF4-FFF2-40B4-BE49-F238E27FC236}">
                <a16:creationId xmlns:a16="http://schemas.microsoft.com/office/drawing/2014/main" id="{4AF11702-B969-4453-843D-2A75E49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0515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62"/>
          </a:bodyPr>
          <a:lstStyle xmlns:a="http://schemas.openxmlformats.org/drawingml/2006/main">
            <a:defPPr algn="l"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Câu trả lời hoặc yêu cầu bổ sung.</a:t>
            </a:r>
          </a:p>
        </p:txBody>
      </p:sp>
      <p:sp>
        <p:nvSpPr>
          <p:cNvPr id="65" name="Output policy basis">
            <a:extLst xmlns:a="http://schemas.openxmlformats.org/drawingml/2006/main">
              <a:ext uri="{FF2B5EF4-FFF2-40B4-BE49-F238E27FC236}">
                <a16:creationId xmlns:a16="http://schemas.microsoft.com/office/drawing/2014/main" id="{64A01F0C-3695-42F6-A1C4-E0DCC3E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23526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9525">
            <a:solidFill>
              <a:srgbClr val="D4F0E7"/>
            </a:solidFill>
            <a:prstDash val="solid"/>
          </a:ln>
        </p:spPr>
      </p:sp>
      <p:sp>
        <p:nvSpPr>
          <p:cNvPr id="66" name="Output policy basis icon">
            <a:extLst xmlns:a="http://schemas.openxmlformats.org/drawingml/2006/main">
              <a:ext uri="{FF2B5EF4-FFF2-40B4-BE49-F238E27FC236}">
                <a16:creationId xmlns:a16="http://schemas.microsoft.com/office/drawing/2014/main" id="{D7F71F16-F549-4BDE-948C-E713B86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67" name="Output policy basis icon label">
            <a:extLst xmlns:a="http://schemas.openxmlformats.org/drawingml/2006/main">
              <a:ext uri="{FF2B5EF4-FFF2-40B4-BE49-F238E27FC236}">
                <a16:creationId xmlns:a16="http://schemas.microsoft.com/office/drawing/2014/main" id="{D5ACFF2A-2950-4602-A437-CF1285A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68" name="Output policy basis label">
            <a:extLst xmlns:a="http://schemas.openxmlformats.org/drawingml/2006/main">
              <a:ext uri="{FF2B5EF4-FFF2-40B4-BE49-F238E27FC236}">
                <a16:creationId xmlns:a16="http://schemas.microsoft.com/office/drawing/2014/main" id="{5DDCEA4C-3B9F-4ADD-8D47-AF51F0C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004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5C4A"/>
                </a:solidFill>
                <a:latin typeface="Arial"/>
                <a:ea typeface="Arial"/>
                <a:cs typeface="Arial"/>
              </a:rPr>
              <a:t>Căn cứ quy chế</a:t>
            </a:r>
          </a:p>
        </p:txBody>
      </p:sp>
      <p:sp>
        <p:nvSpPr>
          <p:cNvPr id="69" name="Output policy basis detail">
            <a:extLst xmlns:a="http://schemas.openxmlformats.org/drawingml/2006/main">
              <a:ext uri="{FF2B5EF4-FFF2-40B4-BE49-F238E27FC236}">
                <a16:creationId xmlns:a16="http://schemas.microsoft.com/office/drawing/2014/main" id="{2142E1FC-53C0-4029-974B-DC35390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2905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62"/>
          </a:bodyPr>
          <a:lstStyle xmlns:a="http://schemas.openxmlformats.org/drawingml/2006/main">
            <a:defPPr algn="l"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Điều khoản được trích dẫn cụ thể.</a:t>
            </a:r>
          </a:p>
        </p:txBody>
      </p:sp>
      <p:sp>
        <p:nvSpPr>
          <p:cNvPr id="70" name="Output decision">
            <a:extLst xmlns:a="http://schemas.openxmlformats.org/drawingml/2006/main">
              <a:ext uri="{FF2B5EF4-FFF2-40B4-BE49-F238E27FC236}">
                <a16:creationId xmlns:a16="http://schemas.microsoft.com/office/drawing/2014/main" id="{31DDC462-B516-4D1B-8899-D2450A8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23526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9525">
            <a:solidFill>
              <a:srgbClr val="D4F0E7"/>
            </a:solidFill>
            <a:prstDash val="solid"/>
          </a:ln>
        </p:spPr>
      </p:sp>
      <p:sp>
        <p:nvSpPr>
          <p:cNvPr id="71" name="Output decision icon">
            <a:extLst xmlns:a="http://schemas.openxmlformats.org/drawingml/2006/main">
              <a:ext uri="{FF2B5EF4-FFF2-40B4-BE49-F238E27FC236}">
                <a16:creationId xmlns:a16="http://schemas.microsoft.com/office/drawing/2014/main" id="{5A2B46CD-C72A-40E0-88DC-996FF23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71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72" name="Output decision icon label">
            <a:extLst xmlns:a="http://schemas.openxmlformats.org/drawingml/2006/main">
              <a:ext uri="{FF2B5EF4-FFF2-40B4-BE49-F238E27FC236}">
                <a16:creationId xmlns:a16="http://schemas.microsoft.com/office/drawing/2014/main" id="{E7D532F9-F1DF-4B6D-8F60-63CD3BFB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81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GV</a:t>
            </a:r>
          </a:p>
        </p:txBody>
      </p:sp>
      <p:sp>
        <p:nvSpPr>
          <p:cNvPr id="73" name="Output decision label">
            <a:extLst xmlns:a="http://schemas.openxmlformats.org/drawingml/2006/main">
              <a:ext uri="{FF2B5EF4-FFF2-40B4-BE49-F238E27FC236}">
                <a16:creationId xmlns:a16="http://schemas.microsoft.com/office/drawing/2014/main" id="{EE1C6F6C-1F32-4062-87CA-8E7637B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24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5C4A"/>
                </a:solidFill>
                <a:latin typeface="Arial"/>
                <a:ea typeface="Arial"/>
                <a:cs typeface="Arial"/>
              </a:rPr>
              <a:t>Kết quả quyết định</a:t>
            </a:r>
          </a:p>
        </p:txBody>
      </p:sp>
      <p:sp>
        <p:nvSpPr>
          <p:cNvPr id="74" name="Output decision detail">
            <a:extLst xmlns:a="http://schemas.openxmlformats.org/drawingml/2006/main">
              <a:ext uri="{FF2B5EF4-FFF2-40B4-BE49-F238E27FC236}">
                <a16:creationId xmlns:a16="http://schemas.microsoft.com/office/drawing/2014/main" id="{490CDE9E-AE19-4200-B642-ED80575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5295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62"/>
          </a:bodyPr>
          <a:lstStyle xmlns:a="http://schemas.openxmlformats.org/drawingml/2006/main">
            <a:defPPr algn="l"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AI xử lý thường lệ, giảng viên chốt ngoại lệ.</a:t>
            </a:r>
          </a:p>
        </p:txBody>
      </p:sp>
      <p:sp>
        <p:nvSpPr>
          <p:cNvPr id="75" name="Output history">
            <a:extLst xmlns:a="http://schemas.openxmlformats.org/drawingml/2006/main">
              <a:ext uri="{FF2B5EF4-FFF2-40B4-BE49-F238E27FC236}">
                <a16:creationId xmlns:a16="http://schemas.microsoft.com/office/drawing/2014/main" id="{DD98A056-744E-44BD-AD32-38DA9F35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23526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9525">
            <a:solidFill>
              <a:srgbClr val="D4F0E7"/>
            </a:solidFill>
            <a:prstDash val="solid"/>
          </a:ln>
        </p:spPr>
      </p:sp>
      <p:sp>
        <p:nvSpPr>
          <p:cNvPr id="76" name="Output history icon">
            <a:extLst xmlns:a="http://schemas.openxmlformats.org/drawingml/2006/main">
              <a:ext uri="{FF2B5EF4-FFF2-40B4-BE49-F238E27FC236}">
                <a16:creationId xmlns:a16="http://schemas.microsoft.com/office/drawing/2014/main" id="{3CD4D2EE-C5CA-46DF-96FF-324FF8D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95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77" name="Output history icon label">
            <a:extLst xmlns:a="http://schemas.openxmlformats.org/drawingml/2006/main">
              <a:ext uri="{FF2B5EF4-FFF2-40B4-BE49-F238E27FC236}">
                <a16:creationId xmlns:a16="http://schemas.microsoft.com/office/drawing/2014/main" id="{531EE023-FCC9-4D64-84F9-A3C5E7AB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054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78" name="Output history label">
            <a:extLst xmlns:a="http://schemas.openxmlformats.org/drawingml/2006/main">
              <a:ext uri="{FF2B5EF4-FFF2-40B4-BE49-F238E27FC236}">
                <a16:creationId xmlns:a16="http://schemas.microsoft.com/office/drawing/2014/main" id="{7BCE2A8D-D158-475E-999B-24C822D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482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63" b="1">
                <a:solidFill>
                  <a:srgbClr val="075C4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5C4A"/>
                </a:solidFill>
                <a:latin typeface="Arial"/>
                <a:ea typeface="Arial"/>
                <a:cs typeface="Arial"/>
              </a:rPr>
              <a:t>Lịch sử hoạt động</a:t>
            </a:r>
          </a:p>
        </p:txBody>
      </p:sp>
      <p:sp>
        <p:nvSpPr>
          <p:cNvPr id="79" name="Output history detail">
            <a:extLst xmlns:a="http://schemas.openxmlformats.org/drawingml/2006/main">
              <a:ext uri="{FF2B5EF4-FFF2-40B4-BE49-F238E27FC236}">
                <a16:creationId xmlns:a16="http://schemas.microsoft.com/office/drawing/2014/main" id="{507BC965-507D-4538-B230-568780CF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7685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62"/>
          </a:bodyPr>
          <a:lstStyle xmlns:a="http://schemas.openxmlformats.org/drawingml/2006/main">
            <a:defPPr algn="l"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Trạng thái và thời hạn trong Audit Trail.</a:t>
            </a:r>
          </a:p>
        </p:txBody>
      </p: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E64778-D41B-48A8-B03B-6BFF7257FDD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38385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96F4"/>
            </a:solidFill>
            <a:prstDash val="solid"/>
            <a:tailEnd type="triangle" w="sm" len="sm"/>
          </a:ln>
        </p:spPr>
      </p:cxnSp>
      <p:cxnSp>
        <p:nvCxn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AD235E-99FA-4C11-BF5F-A19F288AAB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058275" y="38385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458C6"/>
            </a:solidFill>
            <a:prstDash val="solid"/>
            <a:tailEnd type="triangle" w="sm" len="sm"/>
          </a:ln>
        </p:spPr>
      </p:cxnSp>
      <p:sp>
        <p:nvSpPr>
          <p:cNvPr id="82" name="Decision authority footer">
            <a:extLst xmlns:a="http://schemas.openxmlformats.org/drawingml/2006/main">
              <a:ext uri="{FF2B5EF4-FFF2-40B4-BE49-F238E27FC236}">
                <a16:creationId xmlns:a16="http://schemas.microsoft.com/office/drawing/2014/main" id="{8014E9BF-0CE5-4770-B4C8-5F678F35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34125"/>
            <a:ext cx="11734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1FF"/>
          </a:solidFill>
          <a:ln xmlns:a="http://schemas.openxmlformats.org/drawingml/2006/main" w="9525">
            <a:solidFill>
              <a:srgbClr val="D7D0FF"/>
            </a:solidFill>
            <a:prstDash val="solid"/>
          </a:ln>
        </p:spPr>
      </p:sp>
      <p:sp>
        <p:nvSpPr>
          <p:cNvPr id="83" name="Footer authority icon">
            <a:extLst xmlns:a="http://schemas.openxmlformats.org/drawingml/2006/main">
              <a:ext uri="{FF2B5EF4-FFF2-40B4-BE49-F238E27FC236}">
                <a16:creationId xmlns:a16="http://schemas.microsoft.com/office/drawing/2014/main" id="{8C5DD43D-139A-480D-9D7B-B610440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391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84" name="Footer authority icon label">
            <a:extLst xmlns:a="http://schemas.openxmlformats.org/drawingml/2006/main">
              <a:ext uri="{FF2B5EF4-FFF2-40B4-BE49-F238E27FC236}">
                <a16:creationId xmlns:a16="http://schemas.microsoft.com/office/drawing/2014/main" id="{4BD25CBA-4E6F-4CD4-B7AF-C6DE2C07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40080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5" name="Decision authority text">
            <a:extLst xmlns:a="http://schemas.openxmlformats.org/drawingml/2006/main">
              <a:ext uri="{FF2B5EF4-FFF2-40B4-BE49-F238E27FC236}">
                <a16:creationId xmlns:a16="http://schemas.microsoft.com/office/drawing/2014/main" id="{93F619F0-2F1B-46C6-B7D2-5B01837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3722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Giảng viên giữ quyền quyết định cuối cùng với ngoại lệ và trường hợp cần thẩm quyền.</a:t>
            </a:r>
          </a:p>
        </p:txBody>
      </p:sp>
    </p:spTree>
    <p:extLst>
      <p:ext uri="{BB962C8B-B14F-4D97-AF65-F5344CB8AC3E}">
        <p14:creationId xmlns:p14="http://schemas.microsoft.com/office/powerpoint/2010/main" val="829441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2026-10-15T11:21:44.0110000Z</dcterms:created>
  <dcterms:modified xsi:type="dcterms:W3CDTF">2026-10-15T11:21:44.0120000Z</dcterms:modified>
</coreProperties>
</file>