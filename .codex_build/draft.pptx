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70ff7918e74a93" /><Relationship Type="http://schemas.openxmlformats.org/officeDocument/2006/relationships/extended-properties" Target="/docProps/app.xml" Id="R38ccfd5816d94ffa" /><Relationship Type="http://schemas.openxmlformats.org/officeDocument/2006/relationships/officeDocument" Target="/ppt/presentation.xml" Id="R43624a8decc641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ceff4ad5ef442b"/>
  </p:sldMasterIdLst>
  <p:notesMasterIdLst>
    <p:notesMasterId xmlns:r="http://schemas.openxmlformats.org/officeDocument/2006/relationships" r:id="Rd6fbb85f4e744e1c"/>
  </p:notesMasterIdLst>
  <p:sldIdLst>
    <p:sldId xmlns:r="http://schemas.openxmlformats.org/officeDocument/2006/relationships" id="256" r:id="R440c7ab863cc4fe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468457da464a56" /><Relationship Type="http://schemas.openxmlformats.org/officeDocument/2006/relationships/slideMaster" Target="/ppt/slideMasters/slideMaster1.xml" Id="Ra7ceff4ad5ef442b" /><Relationship Type="http://schemas.openxmlformats.org/officeDocument/2006/relationships/notesMaster" Target="/ppt/notesMasters/notesMaster1.xml" Id="Rd6fbb85f4e744e1c" /><Relationship Type="http://schemas.openxmlformats.org/officeDocument/2006/relationships/presProps" Target="/ppt/presProps.xml" Id="Rae07191a65654608" /><Relationship Type="http://schemas.openxmlformats.org/officeDocument/2006/relationships/tableStyles" Target="/ppt/tableStyles.xml" Id="R77c1d0c7fcc64358" /><Relationship Type="http://schemas.openxmlformats.org/officeDocument/2006/relationships/slide" Target="/ppt/slides/slide1.xml" Id="R440c7ab863cc4fe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2642ee67e944b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11fab4c637425e" /><Relationship Type="http://schemas.openxmlformats.org/officeDocument/2006/relationships/notesMaster" Target="/ppt/notesMasters/notesMaster1.xml" Id="R2d5833404e8c45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82fc05f8bc48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32111c727d43c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979d57015e4c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cd18d7cdd64d8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3f1316516a45d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4da049b4b141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ADE8611-46A4-4434-8BA9-17C53CAC5BB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F251E9-B855-4002-BE21-210A85B332E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2B0CE4E-33CA-4622-8194-2ABD024E83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DA5296B-C633-4213-83F2-C4F9BB4E20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F4D5BC8-B70F-4B7F-A1E2-0D3DF32CAE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7F93050-E3C8-4175-8462-AFBB443EA0C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1DCADAF-7D7C-43D0-B3FF-1EE77856C9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32EE7C3-4FAE-46DD-8C97-D20F6BF81CD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356CCF-BE24-46D0-B44F-ED8C26EE40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BCE53AE-60E7-4608-8D61-F04004430F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3dedf4027441ba" /><Relationship Type="http://schemas.openxmlformats.org/officeDocument/2006/relationships/slideLayout" Target="/ppt/slideLayouts/slideLayout1.xml" Id="R2c7155bb7400454b" /><Relationship Type="http://schemas.openxmlformats.org/officeDocument/2006/relationships/slideLayout" Target="/ppt/slideLayouts/slideLayout2.xml" Id="Rc3b8e93004ef4128" /><Relationship Type="http://schemas.openxmlformats.org/officeDocument/2006/relationships/slideLayout" Target="/ppt/slideLayouts/slideLayout3.xml" Id="R7d8aeb8076824280" /><Relationship Type="http://schemas.openxmlformats.org/officeDocument/2006/relationships/slideLayout" Target="/ppt/slideLayouts/slideLayout4.xml" Id="Ree01248304244167" /><Relationship Type="http://schemas.openxmlformats.org/officeDocument/2006/relationships/slideLayout" Target="/ppt/slideLayouts/slideLayout5.xml" Id="R16e8f85ea1b14706" /><Relationship Type="http://schemas.openxmlformats.org/officeDocument/2006/relationships/slideLayout" Target="/ppt/slideLayouts/slideLayout6.xml" Id="Rcfca610cb3cd4b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7155bb7400454b"/>
    <p:sldLayoutId xmlns:r="http://schemas.openxmlformats.org/officeDocument/2006/relationships" id="2147483650" r:id="Rc3b8e93004ef4128"/>
    <p:sldLayoutId xmlns:r="http://schemas.openxmlformats.org/officeDocument/2006/relationships" id="2147483651" r:id="R7d8aeb8076824280"/>
    <p:sldLayoutId xmlns:r="http://schemas.openxmlformats.org/officeDocument/2006/relationships" id="2147483652" r:id="Ree01248304244167"/>
    <p:sldLayoutId xmlns:r="http://schemas.openxmlformats.org/officeDocument/2006/relationships" id="2147483653" r:id="R16e8f85ea1b14706"/>
    <p:sldLayoutId xmlns:r="http://schemas.openxmlformats.org/officeDocument/2006/relationships" id="2147483654" r:id="Rcfca610cb3cd4b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1a9aa34c1c4fa9" /><Relationship Type="http://schemas.openxmlformats.org/officeDocument/2006/relationships/notesSlide" Target="/ppt/notesSlides/notesSlide1.xml" Id="Raf3cf6bf9fd348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1F5AE3-B54D-4E6F-AA8B-140C7858752F}"/>
              </a:ext>
            </a:extLst>
          </p:cNvPr>
          <p:cNvCxnSpPr>
            <a:stCxn xmlns:a="http://schemas.openxmlformats.org/drawingml/2006/main" id="5" idx="6"/>
            <a:endCxn xmlns:a="http://schemas.openxmlformats.org/drawingml/2006/main" id="6" idx="2"/>
          </p:cNvCxnSpPr>
          <p:nvPr/>
        </p:nvCxnSpPr>
        <p:spPr>
          <a:xfrm xmlns:a="http://schemas.openxmlformats.org/drawingml/2006/main">
            <a:off x="7810500" y="2962275"/>
            <a:ext cx="2047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AB8C4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E33C5-7091-4669-BC40-D8884884B454}"/>
              </a:ext>
            </a:extLst>
          </p:cNvPr>
          <p:cNvCxnSpPr>
            <a:stCxn xmlns:a="http://schemas.openxmlformats.org/drawingml/2006/main" id="4" idx="6"/>
            <a:endCxn xmlns:a="http://schemas.openxmlformats.org/drawingml/2006/main" id="5" idx="2"/>
          </p:cNvCxnSpPr>
          <p:nvPr/>
        </p:nvCxnSpPr>
        <p:spPr>
          <a:xfrm xmlns:a="http://schemas.openxmlformats.org/drawingml/2006/main">
            <a:off x="5095875" y="2962275"/>
            <a:ext cx="2047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AB8C4"/>
            </a:solidFill>
            <a:prstDash val="solid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F8AB7C-36C5-46E2-ADD5-D7633EA646DF}"/>
              </a:ext>
            </a:extLst>
          </p:cNvPr>
          <p:cNvCxnSpPr>
            <a:stCxn xmlns:a="http://schemas.openxmlformats.org/drawingml/2006/main" id="3" idx="6"/>
            <a:endCxn xmlns:a="http://schemas.openxmlformats.org/drawingml/2006/main" id="4" idx="2"/>
          </p:cNvCxnSpPr>
          <p:nvPr/>
        </p:nvCxnSpPr>
        <p:spPr>
          <a:xfrm xmlns:a="http://schemas.openxmlformats.org/drawingml/2006/main">
            <a:off x="2381250" y="2962275"/>
            <a:ext cx="20478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AB8C4"/>
            </a:solidFill>
            <a:prstDash val="solid"/>
            <a:tailEnd type="triangle" w="sm" len="sm"/>
          </a:ln>
        </p:spPr>
      </p:cxnSp>
      <p:sp>
        <p:nvSpPr>
          <p:cNvPr id="18" name="Slide title">
            <a:extLst xmlns:a="http://schemas.openxmlformats.org/drawingml/2006/main">
              <a:ext uri="{FF2B5EF4-FFF2-40B4-BE49-F238E27FC236}">
                <a16:creationId xmlns:a16="http://schemas.microsoft.com/office/drawing/2014/main" id="{3E503E20-FCA1-44D9-93B7-3FB5A55BB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48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405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Đầu vào → Xử lý → Đầu ra</a:t>
            </a:r>
          </a:p>
        </p:txBody>
      </p:sp>
      <p:sp>
        <p:nvSpPr>
          <p:cNvPr id="2" name="Slide subtitle">
            <a:extLst xmlns:a="http://schemas.openxmlformats.org/drawingml/2006/main">
              <a:ext uri="{FF2B5EF4-FFF2-40B4-BE49-F238E27FC236}">
                <a16:creationId xmlns:a16="http://schemas.microsoft.com/office/drawing/2014/main" id="{B9EF23DD-5D03-43AF-8BB1-9FB68179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Con người kiểm tra gợi ý và quyết định kết quả cuối cùng.</a:t>
            </a:r>
          </a:p>
        </p:txBody>
      </p:sp>
      <p:sp>
        <p:nvSpPr>
          <p:cNvPr id="3" name="Input">
            <a:extLst xmlns:a="http://schemas.openxmlformats.org/drawingml/2006/main">
              <a:ext uri="{FF2B5EF4-FFF2-40B4-BE49-F238E27FC236}">
                <a16:creationId xmlns:a16="http://schemas.microsoft.com/office/drawing/2014/main" id="{1EA87438-A40A-4664-9432-56E1A1CD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6289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3EBF4"/>
          </a:solidFill>
          <a:ln xmlns:a="http://schemas.openxmlformats.org/drawingml/2006/main" w="9525">
            <a:solidFill>
              <a:srgbClr val="E3EBF4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Processing">
            <a:extLst xmlns:a="http://schemas.openxmlformats.org/drawingml/2006/main">
              <a:ext uri="{FF2B5EF4-FFF2-40B4-BE49-F238E27FC236}">
                <a16:creationId xmlns:a16="http://schemas.microsoft.com/office/drawing/2014/main" id="{504CA7A8-165E-449F-9A5B-7B474AA7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6289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6F3"/>
          </a:solidFill>
          <a:ln xmlns:a="http://schemas.openxmlformats.org/drawingml/2006/main" w="9525">
            <a:solidFill>
              <a:srgbClr val="DCE6F3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Human decision">
            <a:extLst xmlns:a="http://schemas.openxmlformats.org/drawingml/2006/main">
              <a:ext uri="{FF2B5EF4-FFF2-40B4-BE49-F238E27FC236}">
                <a16:creationId xmlns:a16="http://schemas.microsoft.com/office/drawing/2014/main" id="{3DD85A39-53F0-413F-858B-43D0A319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289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653B"/>
          </a:solidFill>
          <a:ln xmlns:a="http://schemas.openxmlformats.org/drawingml/2006/main" w="9525">
            <a:solidFill>
              <a:srgbClr val="C9653B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Output">
            <a:extLst xmlns:a="http://schemas.openxmlformats.org/drawingml/2006/main">
              <a:ext uri="{FF2B5EF4-FFF2-40B4-BE49-F238E27FC236}">
                <a16:creationId xmlns:a16="http://schemas.microsoft.com/office/drawing/2014/main" id="{0B409EBA-DB32-41B5-943B-1E49EF18B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289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ECE5"/>
          </a:solidFill>
          <a:ln xmlns:a="http://schemas.openxmlformats.org/drawingml/2006/main" w="9525">
            <a:solidFill>
              <a:srgbClr val="DDECE5"/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650" b="1">
                <a:solidFill>
                  <a:srgbClr val="315D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315D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15D4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Stage 1 heading">
            <a:extLst xmlns:a="http://schemas.openxmlformats.org/drawingml/2006/main">
              <a:ext uri="{FF2B5EF4-FFF2-40B4-BE49-F238E27FC236}">
                <a16:creationId xmlns:a16="http://schemas.microsoft.com/office/drawing/2014/main" id="{E712CAB4-345E-45B4-89C0-7A51BEB1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ĐẦU VÀO</a:t>
            </a:r>
          </a:p>
        </p:txBody>
      </p:sp>
      <p:sp>
        <p:nvSpPr>
          <p:cNvPr id="11" name="Stage 1 detail">
            <a:extLst xmlns:a="http://schemas.openxmlformats.org/drawingml/2006/main">
              <a:ext uri="{FF2B5EF4-FFF2-40B4-BE49-F238E27FC236}">
                <a16:creationId xmlns:a16="http://schemas.microsoft.com/office/drawing/2014/main" id="{B790DBD4-68A2-4AA3-A928-9A744F60F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990975"/>
            <a:ext cx="2438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Dữ liệu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Tài liệu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Yêu cầu cần xử lý</a:t>
            </a:r>
          </a:p>
        </p:txBody>
      </p:sp>
      <p:sp>
        <p:nvSpPr>
          <p:cNvPr id="12" name="Stage 2 heading">
            <a:extLst xmlns:a="http://schemas.openxmlformats.org/drawingml/2006/main">
              <a:ext uri="{FF2B5EF4-FFF2-40B4-BE49-F238E27FC236}">
                <a16:creationId xmlns:a16="http://schemas.microsoft.com/office/drawing/2014/main" id="{926A6D8E-6310-4CC7-A426-20347923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476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XỬ LÝ</a:t>
            </a:r>
          </a:p>
        </p:txBody>
      </p:sp>
      <p:sp>
        <p:nvSpPr>
          <p:cNvPr id="13" name="Stage 2 detail">
            <a:extLst xmlns:a="http://schemas.openxmlformats.org/drawingml/2006/main">
              <a:ext uri="{FF2B5EF4-FFF2-40B4-BE49-F238E27FC236}">
                <a16:creationId xmlns:a16="http://schemas.microsoft.com/office/drawing/2014/main" id="{83464315-7C53-45F7-8A6B-5C04D8664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990975"/>
            <a:ext cx="2438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Phân tích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Tổng hợp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Đề xuất kết quả</a:t>
            </a:r>
          </a:p>
        </p:txBody>
      </p:sp>
      <p:sp>
        <p:nvSpPr>
          <p:cNvPr id="14" name="Stage 3 heading">
            <a:extLst xmlns:a="http://schemas.openxmlformats.org/drawingml/2006/main">
              <a:ext uri="{FF2B5EF4-FFF2-40B4-BE49-F238E27FC236}">
                <a16:creationId xmlns:a16="http://schemas.microsoft.com/office/drawing/2014/main" id="{A3A75EB3-E64B-495C-AFC5-65070362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76625"/>
            <a:ext cx="238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725" b="1">
                <a:solidFill>
                  <a:srgbClr val="C9653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95000"/>
              </a:lnSpc>
              <a:buNone/>
              <a:defRPr sz="1725" b="1">
                <a:solidFill>
                  <a:srgbClr val="C965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9653B"/>
                </a:solidFill>
                <a:latin typeface="Arial"/>
                <a:ea typeface="Arial"/>
                <a:cs typeface="Arial"/>
              </a:rPr>
              <a:t>CON NGƯỜI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725" b="1">
                <a:solidFill>
                  <a:srgbClr val="C965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9653B"/>
                </a:solidFill>
                <a:latin typeface="Arial"/>
                <a:ea typeface="Arial"/>
                <a:cs typeface="Arial"/>
              </a:rPr>
              <a:t>RA QUYẾT ĐỊNH</a:t>
            </a:r>
          </a:p>
        </p:txBody>
      </p:sp>
      <p:sp>
        <p:nvSpPr>
          <p:cNvPr id="15" name="Stage 3 detail">
            <a:extLst xmlns:a="http://schemas.openxmlformats.org/drawingml/2006/main">
              <a:ext uri="{FF2B5EF4-FFF2-40B4-BE49-F238E27FC236}">
                <a16:creationId xmlns:a16="http://schemas.microsoft.com/office/drawing/2014/main" id="{C27C334D-EFC2-46E3-BEC5-419F12130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086225"/>
            <a:ext cx="2438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Kiểm tra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Bổ sung ngữ cảnh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Duyệt, sửa hoặc từ chối</a:t>
            </a:r>
          </a:p>
        </p:txBody>
      </p:sp>
      <p:sp>
        <p:nvSpPr>
          <p:cNvPr id="16" name="Stage 4 heading">
            <a:extLst xmlns:a="http://schemas.openxmlformats.org/drawingml/2006/main">
              <a:ext uri="{FF2B5EF4-FFF2-40B4-BE49-F238E27FC236}">
                <a16:creationId xmlns:a16="http://schemas.microsoft.com/office/drawing/2014/main" id="{50F6F06C-B2AC-4BA5-9228-C03AEFED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476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875" b="1">
                <a:solidFill>
                  <a:srgbClr val="315D4D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95000"/>
              </a:lnSpc>
              <a:buNone/>
              <a:defRPr sz="1875" b="1">
                <a:solidFill>
                  <a:srgbClr val="315D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315D4D"/>
                </a:solidFill>
                <a:latin typeface="Arial"/>
                <a:ea typeface="Arial"/>
                <a:cs typeface="Arial"/>
              </a:rPr>
              <a:t>ĐẦU RA</a:t>
            </a:r>
          </a:p>
        </p:txBody>
      </p:sp>
      <p:sp>
        <p:nvSpPr>
          <p:cNvPr id="17" name="Stage 4 detail">
            <a:extLst xmlns:a="http://schemas.openxmlformats.org/drawingml/2006/main">
              <a:ext uri="{FF2B5EF4-FFF2-40B4-BE49-F238E27FC236}">
                <a16:creationId xmlns:a16="http://schemas.microsoft.com/office/drawing/2014/main" id="{EF25C81D-2951-42FC-8665-A13192425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990975"/>
            <a:ext cx="2438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5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Kết quả đã được duyệt</a:t>
            </a:r>
          </a:p>
          <a:p xmlns:a="http://schemas.openxmlformats.org/drawingml/2006/main">
            <a:pPr algn="ctr">
              <a:lnSpc>
                <a:spcPct val="112000"/>
              </a:lnSpc>
              <a:buNone/>
              <a:defRPr sz="1575" b="0">
                <a:solidFill>
                  <a:srgbClr val="526371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26371"/>
                </a:solidFill>
                <a:latin typeface="Arial"/>
                <a:ea typeface="Arial"/>
                <a:cs typeface="Arial"/>
              </a:rPr>
              <a:t>và sẵn sàng sử dụng</a:t>
            </a:r>
          </a:p>
        </p:txBody>
      </p:sp>
    </p:spTree>
    <p:extLst>
      <p:ext uri="{BB962C8B-B14F-4D97-AF65-F5344CB8AC3E}">
        <p14:creationId xmlns:p14="http://schemas.microsoft.com/office/powerpoint/2010/main" val="5021725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2026-10-15T10:33:36.6100000Z</dcterms:created>
  <dcterms:modified xsi:type="dcterms:W3CDTF">2026-10-15T10:33:36.6100000Z</dcterms:modified>
</coreProperties>
</file>