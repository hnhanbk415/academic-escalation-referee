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4a664417184827" /><Relationship Type="http://schemas.openxmlformats.org/officeDocument/2006/relationships/extended-properties" Target="/docProps/app.xml" Id="Re8256834609145cc" /><Relationship Type="http://schemas.openxmlformats.org/officeDocument/2006/relationships/officeDocument" Target="/ppt/presentation.xml" Id="Rf3622c8e4aa34d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fcd19330904043"/>
  </p:sldMasterIdLst>
  <p:notesMasterIdLst>
    <p:notesMasterId xmlns:r="http://schemas.openxmlformats.org/officeDocument/2006/relationships" r:id="R468e6c801e9a40e5"/>
  </p:notesMasterIdLst>
  <p:sldIdLst>
    <p:sldId xmlns:r="http://schemas.openxmlformats.org/officeDocument/2006/relationships" id="256" r:id="R256d7de1511645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8e7ee14f5149e0" /><Relationship Type="http://schemas.openxmlformats.org/officeDocument/2006/relationships/slideMaster" Target="/ppt/slideMasters/slideMaster1.xml" Id="Ra4fcd19330904043" /><Relationship Type="http://schemas.openxmlformats.org/officeDocument/2006/relationships/notesMaster" Target="/ppt/notesMasters/notesMaster1.xml" Id="R468e6c801e9a40e5" /><Relationship Type="http://schemas.openxmlformats.org/officeDocument/2006/relationships/presProps" Target="/ppt/presProps.xml" Id="Rde1cbaa9ed2c473d" /><Relationship Type="http://schemas.openxmlformats.org/officeDocument/2006/relationships/tableStyles" Target="/ppt/tableStyles.xml" Id="R76b57bafb2904ae7" /><Relationship Type="http://schemas.openxmlformats.org/officeDocument/2006/relationships/slide" Target="/ppt/slides/slide1.xml" Id="R256d7de1511645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61faad22aa4f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7bc0ae38f6468d" /><Relationship Type="http://schemas.openxmlformats.org/officeDocument/2006/relationships/notesMaster" Target="/ppt/notesMasters/notesMaster1.xml" Id="Rbf15e3a1f9524b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f2fef2a5f4d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168536eae649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afa37eddfb4ce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f00b96e74448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2f1b75ce794b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cd5403bd049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7A4E28-AEA4-47D3-A01E-078D7918E1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9DA0CE-7AF8-4B4F-A473-050B899ADD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CEC100-4A3B-4E3B-8572-7DEB4B9B12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2FE89F-FCAF-4947-98EF-3EF0B9B1D3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758F810-C705-440F-A6FB-9A1D149719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F0A9588-E1B6-4616-913A-5E3F7C8DA2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72E6C1-A37F-4A8E-84E4-2DCF8B7D3F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4DA3129-7A56-4FB8-A0AF-6B025793F5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34E439-E18A-4BBA-AA0F-76ABCB5803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AB5EE1-4F11-4DC0-8BC7-4D8AD0F6EB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dd2bd7ef5142ff" /><Relationship Type="http://schemas.openxmlformats.org/officeDocument/2006/relationships/slideLayout" Target="/ppt/slideLayouts/slideLayout1.xml" Id="R1b726d8d2e724600" /><Relationship Type="http://schemas.openxmlformats.org/officeDocument/2006/relationships/slideLayout" Target="/ppt/slideLayouts/slideLayout2.xml" Id="R870731be496642bc" /><Relationship Type="http://schemas.openxmlformats.org/officeDocument/2006/relationships/slideLayout" Target="/ppt/slideLayouts/slideLayout3.xml" Id="R35a7e6401d8e45e6" /><Relationship Type="http://schemas.openxmlformats.org/officeDocument/2006/relationships/slideLayout" Target="/ppt/slideLayouts/slideLayout4.xml" Id="Rd12740f46c3f4d4e" /><Relationship Type="http://schemas.openxmlformats.org/officeDocument/2006/relationships/slideLayout" Target="/ppt/slideLayouts/slideLayout5.xml" Id="Ra50797ecf54b4b5a" /><Relationship Type="http://schemas.openxmlformats.org/officeDocument/2006/relationships/slideLayout" Target="/ppt/slideLayouts/slideLayout6.xml" Id="R9fdba561358d43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726d8d2e724600"/>
    <p:sldLayoutId xmlns:r="http://schemas.openxmlformats.org/officeDocument/2006/relationships" id="2147483650" r:id="R870731be496642bc"/>
    <p:sldLayoutId xmlns:r="http://schemas.openxmlformats.org/officeDocument/2006/relationships" id="2147483651" r:id="R35a7e6401d8e45e6"/>
    <p:sldLayoutId xmlns:r="http://schemas.openxmlformats.org/officeDocument/2006/relationships" id="2147483652" r:id="Rd12740f46c3f4d4e"/>
    <p:sldLayoutId xmlns:r="http://schemas.openxmlformats.org/officeDocument/2006/relationships" id="2147483653" r:id="Ra50797ecf54b4b5a"/>
    <p:sldLayoutId xmlns:r="http://schemas.openxmlformats.org/officeDocument/2006/relationships" id="2147483654" r:id="R9fdba561358d43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fd799e255e4798" /><Relationship Type="http://schemas.openxmlformats.org/officeDocument/2006/relationships/notesSlide" Target="/ppt/notesSlides/notesSlide1.xml" Id="Rc3dfa7ad8dff47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1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tep 01 card">
            <a:extLst xmlns:a="http://schemas.openxmlformats.org/drawingml/2006/main">
              <a:ext uri="{FF2B5EF4-FFF2-40B4-BE49-F238E27FC236}">
                <a16:creationId xmlns:a16="http://schemas.microsoft.com/office/drawing/2014/main" id="{B39E8F74-3B2D-4CBA-A796-EA32C386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3850"/>
            <a:ext cx="2714625" cy="6210300"/>
          </a:xfrm>
          <a:prstGeom xmlns:a="http://schemas.openxmlformats.org/drawingml/2006/main" prst="roundRect">
            <a:avLst>
              <a:gd name="adj" fmla="val 77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E1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Step 01 number">
            <a:extLst xmlns:a="http://schemas.openxmlformats.org/drawingml/2006/main">
              <a:ext uri="{FF2B5EF4-FFF2-40B4-BE49-F238E27FC236}">
                <a16:creationId xmlns:a16="http://schemas.microsoft.com/office/drawing/2014/main" id="{16AD6D30-EBA5-4053-8479-02A7AD9D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E11D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11D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11D4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Step 01 marker">
            <a:extLst xmlns:a="http://schemas.openxmlformats.org/drawingml/2006/main">
              <a:ext uri="{FF2B5EF4-FFF2-40B4-BE49-F238E27FC236}">
                <a16:creationId xmlns:a16="http://schemas.microsoft.com/office/drawing/2014/main" id="{164F31F6-5AC4-43A5-AD1B-0A093C85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38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1E5"/>
          </a:solidFill>
          <a:ln xmlns:a="http://schemas.openxmlformats.org/drawingml/2006/main" w="0">
            <a:solidFill>
              <a:srgbClr val="FFE1E5"/>
            </a:solidFill>
            <a:prstDash val="solid"/>
          </a:ln>
        </p:spPr>
      </p:sp>
      <p:sp>
        <p:nvSpPr>
          <p:cNvPr id="4" name="Step 01 title">
            <a:extLst xmlns:a="http://schemas.openxmlformats.org/drawingml/2006/main">
              <a:ext uri="{FF2B5EF4-FFF2-40B4-BE49-F238E27FC236}">
                <a16:creationId xmlns:a16="http://schemas.microsoft.com/office/drawing/2014/main" id="{97671C46-2709-48FF-AD19-7A20D7B9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2314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14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814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1416"/>
                </a:solidFill>
                <a:latin typeface="Arial"/>
                <a:ea typeface="Arial"/>
                <a:cs typeface="Arial"/>
              </a:rPr>
              <a:t>Sinh viên gửi yêu cầu</a:t>
            </a:r>
          </a:p>
        </p:txBody>
      </p:sp>
      <p:sp>
        <p:nvSpPr>
          <p:cNvPr id="5" name="Step 01 description">
            <a:extLst xmlns:a="http://schemas.openxmlformats.org/drawingml/2006/main">
              <a:ext uri="{FF2B5EF4-FFF2-40B4-BE49-F238E27FC236}">
                <a16:creationId xmlns:a16="http://schemas.microsoft.com/office/drawing/2014/main" id="{7D0E35C9-E567-4F6F-B81F-4B22BBFA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28800"/>
            <a:ext cx="23145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B51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B515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5153"/>
                </a:solidFill>
                <a:latin typeface="Arial"/>
                <a:ea typeface="Arial"/>
                <a:cs typeface="Arial"/>
              </a:rPr>
              <a:t>Chọn học phần cụ thể, gửi tình huống và câu hỏi về quy chế, hạn nộp hoặc tỷ lệ điểm.</a:t>
            </a:r>
          </a:p>
        </p:txBody>
      </p:sp>
      <p:sp>
        <p:nvSpPr>
          <p:cNvPr id="6" name="Step 01 footer divider">
            <a:extLst xmlns:a="http://schemas.openxmlformats.org/drawingml/2006/main">
              <a:ext uri="{FF2B5EF4-FFF2-40B4-BE49-F238E27FC236}">
                <a16:creationId xmlns:a16="http://schemas.microsoft.com/office/drawing/2014/main" id="{FEDFB71C-0580-4B07-9924-FF3D4D6D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53100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E7E9"/>
            </a:solidFill>
            <a:prstDash val="solid"/>
          </a:ln>
        </p:spPr>
      </p:sp>
      <p:sp>
        <p:nvSpPr>
          <p:cNvPr id="7" name="Step 01 footer accent">
            <a:extLst xmlns:a="http://schemas.openxmlformats.org/drawingml/2006/main">
              <a:ext uri="{FF2B5EF4-FFF2-40B4-BE49-F238E27FC236}">
                <a16:creationId xmlns:a16="http://schemas.microsoft.com/office/drawing/2014/main" id="{275354DA-A367-42ED-AF17-5EF1BFFC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34075"/>
            <a:ext cx="1752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4E8"/>
          </a:solidFill>
          <a:ln xmlns:a="http://schemas.openxmlformats.org/drawingml/2006/main" w="0">
            <a:solidFill>
              <a:srgbClr val="FFE4E8"/>
            </a:solidFill>
            <a:prstDash val="solid"/>
          </a:ln>
        </p:spPr>
      </p:sp>
      <p:sp>
        <p:nvSpPr>
          <p:cNvPr id="8" name="Step 02 card">
            <a:extLst xmlns:a="http://schemas.openxmlformats.org/drawingml/2006/main">
              <a:ext uri="{FF2B5EF4-FFF2-40B4-BE49-F238E27FC236}">
                <a16:creationId xmlns:a16="http://schemas.microsoft.com/office/drawing/2014/main" id="{15C23241-4C3B-45D2-A406-0EFE9C0A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23850"/>
            <a:ext cx="2714625" cy="6210300"/>
          </a:xfrm>
          <a:prstGeom xmlns:a="http://schemas.openxmlformats.org/drawingml/2006/main" prst="roundRect">
            <a:avLst>
              <a:gd name="adj" fmla="val 77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E1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tep 02 number">
            <a:extLst xmlns:a="http://schemas.openxmlformats.org/drawingml/2006/main">
              <a:ext uri="{FF2B5EF4-FFF2-40B4-BE49-F238E27FC236}">
                <a16:creationId xmlns:a16="http://schemas.microsoft.com/office/drawing/2014/main" id="{C40F9BBC-2F36-41A0-A220-2B0A17AC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3875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E11D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11D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11D4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Step 02 marker">
            <a:extLst xmlns:a="http://schemas.openxmlformats.org/drawingml/2006/main">
              <a:ext uri="{FF2B5EF4-FFF2-40B4-BE49-F238E27FC236}">
                <a16:creationId xmlns:a16="http://schemas.microsoft.com/office/drawing/2014/main" id="{E8ED27F5-DD0D-4FEE-A460-6345ED3C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38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1E5"/>
          </a:solidFill>
          <a:ln xmlns:a="http://schemas.openxmlformats.org/drawingml/2006/main" w="0">
            <a:solidFill>
              <a:srgbClr val="FFE1E5"/>
            </a:solidFill>
            <a:prstDash val="solid"/>
          </a:ln>
        </p:spPr>
      </p:sp>
      <p:sp>
        <p:nvSpPr>
          <p:cNvPr id="11" name="Step 02 title">
            <a:extLst xmlns:a="http://schemas.openxmlformats.org/drawingml/2006/main">
              <a:ext uri="{FF2B5EF4-FFF2-40B4-BE49-F238E27FC236}">
                <a16:creationId xmlns:a16="http://schemas.microsoft.com/office/drawing/2014/main" id="{9201FFE5-31E3-473F-A0B0-FB17830F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190625"/>
            <a:ext cx="2314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14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814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1416"/>
                </a:solidFill>
                <a:latin typeface="Arial"/>
                <a:ea typeface="Arial"/>
                <a:cs typeface="Arial"/>
              </a:rPr>
              <a:t>Hệ thống tiếp nhận và thẩm định</a:t>
            </a:r>
          </a:p>
        </p:txBody>
      </p:sp>
      <p:sp>
        <p:nvSpPr>
          <p:cNvPr id="12" name="Step 02 description">
            <a:extLst xmlns:a="http://schemas.openxmlformats.org/drawingml/2006/main">
              <a:ext uri="{FF2B5EF4-FFF2-40B4-BE49-F238E27FC236}">
                <a16:creationId xmlns:a16="http://schemas.microsoft.com/office/drawing/2014/main" id="{C39A62EF-04F1-46E5-981D-2534A561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28800"/>
            <a:ext cx="23145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B51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B515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5153"/>
                </a:solidFill>
                <a:latin typeface="Arial"/>
                <a:ea typeface="Arial"/>
                <a:cs typeface="Arial"/>
              </a:rPr>
              <a:t>AI phân tích biểu mẫu, trích mã môn, đối chiếu điều khoản và kiểm tra dữ kiện học phần.</a:t>
            </a:r>
          </a:p>
        </p:txBody>
      </p:sp>
      <p:sp>
        <p:nvSpPr>
          <p:cNvPr id="13" name="Step 02 footer divider">
            <a:extLst xmlns:a="http://schemas.openxmlformats.org/drawingml/2006/main">
              <a:ext uri="{FF2B5EF4-FFF2-40B4-BE49-F238E27FC236}">
                <a16:creationId xmlns:a16="http://schemas.microsoft.com/office/drawing/2014/main" id="{B87F4A06-58D3-4617-87AA-E44994D8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753100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E7E9"/>
            </a:solidFill>
            <a:prstDash val="solid"/>
          </a:ln>
        </p:spPr>
      </p:sp>
      <p:sp>
        <p:nvSpPr>
          <p:cNvPr id="14" name="Step 02 footer accent">
            <a:extLst xmlns:a="http://schemas.openxmlformats.org/drawingml/2006/main">
              <a:ext uri="{FF2B5EF4-FFF2-40B4-BE49-F238E27FC236}">
                <a16:creationId xmlns:a16="http://schemas.microsoft.com/office/drawing/2014/main" id="{5C215936-3702-4E1E-8B24-ABD285C3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934075"/>
            <a:ext cx="1752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4E8"/>
          </a:solidFill>
          <a:ln xmlns:a="http://schemas.openxmlformats.org/drawingml/2006/main" w="0">
            <a:solidFill>
              <a:srgbClr val="FFE4E8"/>
            </a:solidFill>
            <a:prstDash val="solid"/>
          </a:ln>
        </p:spPr>
      </p:sp>
      <p:sp>
        <p:nvSpPr>
          <p:cNvPr id="15" name="Step 03 card">
            <a:extLst xmlns:a="http://schemas.openxmlformats.org/drawingml/2006/main">
              <a:ext uri="{FF2B5EF4-FFF2-40B4-BE49-F238E27FC236}">
                <a16:creationId xmlns:a16="http://schemas.microsoft.com/office/drawing/2014/main" id="{3DA26CAE-89DA-41B4-B09B-F8D948A7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"/>
            <a:ext cx="2714625" cy="6210300"/>
          </a:xfrm>
          <a:prstGeom xmlns:a="http://schemas.openxmlformats.org/drawingml/2006/main" prst="roundRect">
            <a:avLst>
              <a:gd name="adj" fmla="val 77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D0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Step 03 number">
            <a:extLst xmlns:a="http://schemas.openxmlformats.org/drawingml/2006/main">
              <a:ext uri="{FF2B5EF4-FFF2-40B4-BE49-F238E27FC236}">
                <a16:creationId xmlns:a16="http://schemas.microsoft.com/office/drawing/2014/main" id="{BDBBFA02-2FD2-4B09-96DB-60E81AEE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23875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E11D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11D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11D4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Step 03 marker">
            <a:extLst xmlns:a="http://schemas.openxmlformats.org/drawingml/2006/main">
              <a:ext uri="{FF2B5EF4-FFF2-40B4-BE49-F238E27FC236}">
                <a16:creationId xmlns:a16="http://schemas.microsoft.com/office/drawing/2014/main" id="{F04B4CDC-5DEC-4934-96A2-16967747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8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D2"/>
          </a:solidFill>
          <a:ln xmlns:a="http://schemas.openxmlformats.org/drawingml/2006/main" w="0">
            <a:solidFill>
              <a:srgbClr val="FFC9D2"/>
            </a:solidFill>
            <a:prstDash val="solid"/>
          </a:ln>
        </p:spPr>
      </p:sp>
      <p:sp>
        <p:nvSpPr>
          <p:cNvPr id="18" name="Step 03 title">
            <a:extLst xmlns:a="http://schemas.openxmlformats.org/drawingml/2006/main">
              <a:ext uri="{FF2B5EF4-FFF2-40B4-BE49-F238E27FC236}">
                <a16:creationId xmlns:a16="http://schemas.microsoft.com/office/drawing/2014/main" id="{044CA734-6C9A-489B-A169-53BBDA11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190625"/>
            <a:ext cx="2314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14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814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1416"/>
                </a:solidFill>
                <a:latin typeface="Arial"/>
                <a:ea typeface="Arial"/>
                <a:cs typeface="Arial"/>
              </a:rPr>
              <a:t>Phân luồng xử lý</a:t>
            </a:r>
          </a:p>
        </p:txBody>
      </p:sp>
      <p:sp>
        <p:nvSpPr>
          <p:cNvPr id="19" name="Step 04 card">
            <a:extLst xmlns:a="http://schemas.openxmlformats.org/drawingml/2006/main">
              <a:ext uri="{FF2B5EF4-FFF2-40B4-BE49-F238E27FC236}">
                <a16:creationId xmlns:a16="http://schemas.microsoft.com/office/drawing/2014/main" id="{4A99A5EA-0097-4F76-AB20-F43344D6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3850"/>
            <a:ext cx="2714625" cy="6210300"/>
          </a:xfrm>
          <a:prstGeom xmlns:a="http://schemas.openxmlformats.org/drawingml/2006/main" prst="roundRect">
            <a:avLst>
              <a:gd name="adj" fmla="val 77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E1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Step 04 number">
            <a:extLst xmlns:a="http://schemas.openxmlformats.org/drawingml/2006/main">
              <a:ext uri="{FF2B5EF4-FFF2-40B4-BE49-F238E27FC236}">
                <a16:creationId xmlns:a16="http://schemas.microsoft.com/office/drawing/2014/main" id="{FACB3885-0D3C-40CD-B74A-FCD49F28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3875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E11D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11D4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11D4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Step 04 marker">
            <a:extLst xmlns:a="http://schemas.openxmlformats.org/drawingml/2006/main">
              <a:ext uri="{FF2B5EF4-FFF2-40B4-BE49-F238E27FC236}">
                <a16:creationId xmlns:a16="http://schemas.microsoft.com/office/drawing/2014/main" id="{50D5FD73-A3F7-47E7-B639-83BDFA3F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638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1E5"/>
          </a:solidFill>
          <a:ln xmlns:a="http://schemas.openxmlformats.org/drawingml/2006/main" w="0">
            <a:solidFill>
              <a:srgbClr val="FFE1E5"/>
            </a:solidFill>
            <a:prstDash val="solid"/>
          </a:ln>
        </p:spPr>
      </p:sp>
      <p:sp>
        <p:nvSpPr>
          <p:cNvPr id="22" name="Step 04 title">
            <a:extLst xmlns:a="http://schemas.openxmlformats.org/drawingml/2006/main">
              <a:ext uri="{FF2B5EF4-FFF2-40B4-BE49-F238E27FC236}">
                <a16:creationId xmlns:a16="http://schemas.microsoft.com/office/drawing/2014/main" id="{C4AF7DC2-C508-4A20-B69E-D4030E08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190625"/>
            <a:ext cx="2314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14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814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1416"/>
                </a:solidFill>
                <a:latin typeface="Arial"/>
                <a:ea typeface="Arial"/>
                <a:cs typeface="Arial"/>
              </a:rPr>
              <a:t>Thông báo và theo dõi kết quả</a:t>
            </a:r>
          </a:p>
        </p:txBody>
      </p:sp>
      <p:sp>
        <p:nvSpPr>
          <p:cNvPr id="23" name="Step 04 description">
            <a:extLst xmlns:a="http://schemas.openxmlformats.org/drawingml/2006/main">
              <a:ext uri="{FF2B5EF4-FFF2-40B4-BE49-F238E27FC236}">
                <a16:creationId xmlns:a16="http://schemas.microsoft.com/office/drawing/2014/main" id="{28C05B6F-4857-4273-AFBB-62A6C1ED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28800"/>
            <a:ext cx="23145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B51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B515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5153"/>
                </a:solidFill>
                <a:latin typeface="Arial"/>
                <a:ea typeface="Arial"/>
                <a:cs typeface="Arial"/>
              </a:rPr>
              <a:t>Sinh viên và giảng viên nhận thông báo kết quả kèm biên bản giải trình. Lịch sử được lưu minh bạch trong Audit Trail.</a:t>
            </a:r>
          </a:p>
        </p:txBody>
      </p:sp>
      <p:sp>
        <p:nvSpPr>
          <p:cNvPr id="24" name="Step 04 footer divider">
            <a:extLst xmlns:a="http://schemas.openxmlformats.org/drawingml/2006/main">
              <a:ext uri="{FF2B5EF4-FFF2-40B4-BE49-F238E27FC236}">
                <a16:creationId xmlns:a16="http://schemas.microsoft.com/office/drawing/2014/main" id="{0D7CDD4A-1E79-4EF4-BE4B-93C4C7B6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53100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E7E9"/>
            </a:solidFill>
            <a:prstDash val="solid"/>
          </a:ln>
        </p:spPr>
      </p:sp>
      <p:sp>
        <p:nvSpPr>
          <p:cNvPr id="25" name="Step 04 footer accent">
            <a:extLst xmlns:a="http://schemas.openxmlformats.org/drawingml/2006/main">
              <a:ext uri="{FF2B5EF4-FFF2-40B4-BE49-F238E27FC236}">
                <a16:creationId xmlns:a16="http://schemas.microsoft.com/office/drawing/2014/main" id="{821E8C62-9083-47F9-8919-46FC837F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934075"/>
            <a:ext cx="1752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4E8"/>
          </a:solidFill>
          <a:ln xmlns:a="http://schemas.openxmlformats.org/drawingml/2006/main" w="0">
            <a:solidFill>
              <a:srgbClr val="FFE4E8"/>
            </a:solidFill>
            <a:prstDash val="solid"/>
          </a:ln>
        </p:spPr>
      </p:sp>
      <p:sp>
        <p:nvSpPr>
          <p:cNvPr id="26" name="Routing introduction">
            <a:extLst xmlns:a="http://schemas.openxmlformats.org/drawingml/2006/main">
              <a:ext uri="{FF2B5EF4-FFF2-40B4-BE49-F238E27FC236}">
                <a16:creationId xmlns:a16="http://schemas.microsoft.com/office/drawing/2014/main" id="{65584DAC-67FE-4129-9A0B-1B455EE8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685925"/>
            <a:ext cx="2314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B51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515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5153"/>
                </a:solidFill>
                <a:latin typeface="Arial"/>
                <a:ea typeface="Arial"/>
                <a:cs typeface="Arial"/>
              </a:rPr>
              <a:t>Hệ thống AI xác định hướng xử lý phù hợp:</a:t>
            </a:r>
          </a:p>
        </p:txBody>
      </p:sp>
      <p:sp>
        <p:nvSpPr>
          <p:cNvPr id="27" name="Routing outcome 1">
            <a:extLst xmlns:a="http://schemas.openxmlformats.org/drawingml/2006/main">
              <a:ext uri="{FF2B5EF4-FFF2-40B4-BE49-F238E27FC236}">
                <a16:creationId xmlns:a16="http://schemas.microsoft.com/office/drawing/2014/main" id="{3DD3C00B-A3E8-42FE-AE42-3CC7A2A7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57425"/>
            <a:ext cx="2333625" cy="866775"/>
          </a:xfrm>
          <a:prstGeom xmlns:a="http://schemas.openxmlformats.org/drawingml/2006/main" prst="roundRect">
            <a:avLst>
              <a:gd name="adj" fmla="val 19780"/>
            </a:avLst>
          </a:prstGeom>
          <a:solidFill xmlns:a="http://schemas.openxmlformats.org/drawingml/2006/main">
            <a:srgbClr val="FFF9FA"/>
          </a:solidFill>
          <a:ln xmlns:a="http://schemas.openxmlformats.org/drawingml/2006/main" w="7620">
            <a:solidFill>
              <a:srgbClr val="FFF1F3"/>
            </a:solidFill>
            <a:prstDash val="solid"/>
          </a:ln>
        </p:spPr>
      </p:sp>
      <p:sp>
        <p:nvSpPr>
          <p:cNvPr id="28" name="Routing outcome 1 accent">
            <a:extLst xmlns:a="http://schemas.openxmlformats.org/drawingml/2006/main">
              <a:ext uri="{FF2B5EF4-FFF2-40B4-BE49-F238E27FC236}">
                <a16:creationId xmlns:a16="http://schemas.microsoft.com/office/drawing/2014/main" id="{499547E3-53A6-48F3-96F6-55299FDB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33625"/>
            <a:ext cx="47625" cy="714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9" name="Routing outcome 1 heading">
            <a:extLst xmlns:a="http://schemas.openxmlformats.org/drawingml/2006/main">
              <a:ext uri="{FF2B5EF4-FFF2-40B4-BE49-F238E27FC236}">
                <a16:creationId xmlns:a16="http://schemas.microsoft.com/office/drawing/2014/main" id="{ED045506-BA2C-4159-A486-9E4F821F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622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0478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478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47857"/>
                </a:solidFill>
                <a:latin typeface="Arial"/>
                <a:ea typeface="Arial"/>
                <a:cs typeface="Arial"/>
              </a:rPr>
              <a:t>ĐỦ CĂN CỨ THEO QUY CHẾ</a:t>
            </a:r>
          </a:p>
        </p:txBody>
      </p:sp>
      <p:sp>
        <p:nvSpPr>
          <p:cNvPr id="30" name="Routing outcome 1 detail">
            <a:extLst xmlns:a="http://schemas.openxmlformats.org/drawingml/2006/main">
              <a:ext uri="{FF2B5EF4-FFF2-40B4-BE49-F238E27FC236}">
                <a16:creationId xmlns:a16="http://schemas.microsoft.com/office/drawing/2014/main" id="{6306A8D9-E635-4F9A-86A0-EF7AB5B2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1937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51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515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5153"/>
                </a:solidFill>
                <a:latin typeface="Arial"/>
                <a:ea typeface="Arial"/>
                <a:cs typeface="Arial"/>
              </a:rPr>
              <a:t>AI trả lời theo chính sách môn học, kèm điều khoản trích dẫn.</a:t>
            </a:r>
          </a:p>
        </p:txBody>
      </p:sp>
      <p:sp>
        <p:nvSpPr>
          <p:cNvPr id="31" name="Routing outcome 2">
            <a:extLst xmlns:a="http://schemas.openxmlformats.org/drawingml/2006/main">
              <a:ext uri="{FF2B5EF4-FFF2-40B4-BE49-F238E27FC236}">
                <a16:creationId xmlns:a16="http://schemas.microsoft.com/office/drawing/2014/main" id="{A910031E-D78F-4E6F-B6F8-6DAC3F49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2333625" cy="866775"/>
          </a:xfrm>
          <a:prstGeom xmlns:a="http://schemas.openxmlformats.org/drawingml/2006/main" prst="roundRect">
            <a:avLst>
              <a:gd name="adj" fmla="val 19780"/>
            </a:avLst>
          </a:prstGeom>
          <a:solidFill xmlns:a="http://schemas.openxmlformats.org/drawingml/2006/main">
            <a:srgbClr val="FFF9FA"/>
          </a:solidFill>
          <a:ln xmlns:a="http://schemas.openxmlformats.org/drawingml/2006/main" w="7620">
            <a:solidFill>
              <a:srgbClr val="FFF1F3"/>
            </a:solidFill>
            <a:prstDash val="solid"/>
          </a:ln>
        </p:spPr>
      </p:sp>
      <p:sp>
        <p:nvSpPr>
          <p:cNvPr id="32" name="Routing outcome 2 accent">
            <a:extLst xmlns:a="http://schemas.openxmlformats.org/drawingml/2006/main">
              <a:ext uri="{FF2B5EF4-FFF2-40B4-BE49-F238E27FC236}">
                <a16:creationId xmlns:a16="http://schemas.microsoft.com/office/drawing/2014/main" id="{3F95042B-B752-4EAF-A669-20ED7634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4700"/>
            <a:ext cx="47625" cy="714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3" name="Routing outcome 2 heading">
            <a:extLst xmlns:a="http://schemas.openxmlformats.org/drawingml/2006/main">
              <a:ext uri="{FF2B5EF4-FFF2-40B4-BE49-F238E27FC236}">
                <a16:creationId xmlns:a16="http://schemas.microsoft.com/office/drawing/2014/main" id="{DB5CAE5D-CCCD-44B3-865D-BD347674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3432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THIẾU DỮ KIỆN / CHƯA RÕ</a:t>
            </a:r>
          </a:p>
        </p:txBody>
      </p:sp>
      <p:sp>
        <p:nvSpPr>
          <p:cNvPr id="34" name="Routing outcome 2 detail">
            <a:extLst xmlns:a="http://schemas.openxmlformats.org/drawingml/2006/main">
              <a:ext uri="{FF2B5EF4-FFF2-40B4-BE49-F238E27FC236}">
                <a16:creationId xmlns:a16="http://schemas.microsoft.com/office/drawing/2014/main" id="{2F32DAB7-22D8-44E2-93E2-17C3A833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004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B51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515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5153"/>
                </a:solidFill>
                <a:latin typeface="Arial"/>
                <a:ea typeface="Arial"/>
                <a:cs typeface="Arial"/>
              </a:rPr>
              <a:t>Yêu cầu sinh viên bổ sung trong tối đa 2 lượt.</a:t>
            </a:r>
          </a:p>
        </p:txBody>
      </p:sp>
      <p:sp>
        <p:nvSpPr>
          <p:cNvPr id="35" name="Routing outcome 3">
            <a:extLst xmlns:a="http://schemas.openxmlformats.org/drawingml/2006/main">
              <a:ext uri="{FF2B5EF4-FFF2-40B4-BE49-F238E27FC236}">
                <a16:creationId xmlns:a16="http://schemas.microsoft.com/office/drawing/2014/main" id="{7F3BBFF2-AED2-4E25-AE1F-76C3BF99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19575"/>
            <a:ext cx="2333625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9FA"/>
          </a:solidFill>
          <a:ln xmlns:a="http://schemas.openxmlformats.org/drawingml/2006/main" w="7620">
            <a:solidFill>
              <a:srgbClr val="FFF1F3"/>
            </a:solidFill>
            <a:prstDash val="solid"/>
          </a:ln>
        </p:spPr>
      </p:sp>
      <p:sp>
        <p:nvSpPr>
          <p:cNvPr id="36" name="Routing outcome 3 accent">
            <a:extLst xmlns:a="http://schemas.openxmlformats.org/drawingml/2006/main">
              <a:ext uri="{FF2B5EF4-FFF2-40B4-BE49-F238E27FC236}">
                <a16:creationId xmlns:a16="http://schemas.microsoft.com/office/drawing/2014/main" id="{281D5A54-8CDE-424A-AD6E-F94A7014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7625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11D48"/>
            </a:solidFill>
            <a:prstDash val="solid"/>
          </a:ln>
        </p:spPr>
      </p:sp>
      <p:sp>
        <p:nvSpPr>
          <p:cNvPr id="37" name="Routing outcome 3 heading">
            <a:extLst xmlns:a="http://schemas.openxmlformats.org/drawingml/2006/main">
              <a:ext uri="{FF2B5EF4-FFF2-40B4-BE49-F238E27FC236}">
                <a16:creationId xmlns:a16="http://schemas.microsoft.com/office/drawing/2014/main" id="{4AF65527-CAC5-424C-81E1-8203694B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3243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>
            <a:defPPr algn="l">
              <a:defRPr sz="105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E123C"/>
                </a:solidFill>
                <a:latin typeface="Arial"/>
                <a:ea typeface="Arial"/>
                <a:cs typeface="Arial"/>
              </a:rPr>
              <a:t>NGOÀI PHẠM VI HOẶC NGOẠI LỆ</a:t>
            </a:r>
          </a:p>
        </p:txBody>
      </p:sp>
      <p:sp>
        <p:nvSpPr>
          <p:cNvPr id="38" name="Routing outcome 3 detail">
            <a:extLst xmlns:a="http://schemas.openxmlformats.org/drawingml/2006/main">
              <a:ext uri="{FF2B5EF4-FFF2-40B4-BE49-F238E27FC236}">
                <a16:creationId xmlns:a16="http://schemas.microsoft.com/office/drawing/2014/main" id="{68620D3F-F91F-4C9F-930D-9FF83633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581525"/>
            <a:ext cx="209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843"/>
          </a:bodyPr>
          <a:lstStyle xmlns:a="http://schemas.openxmlformats.org/drawingml/2006/main">
            <a:defPPr algn="l">
              <a:defRPr sz="1200" b="0">
                <a:solidFill>
                  <a:srgbClr val="5B51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515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5153"/>
                </a:solidFill>
                <a:latin typeface="Arial"/>
                <a:ea typeface="Arial"/>
                <a:cs typeface="Arial"/>
              </a:rPr>
              <a:t>Giảng viên xem xét và đưa ra quyết định cuối cùng. SLA 48 giờ.</a:t>
            </a:r>
          </a:p>
        </p:txBody>
      </p:sp>
      <p:sp>
        <p:nvSpPr>
          <p:cNvPr id="39" name="Step 03 footer divider">
            <a:extLst xmlns:a="http://schemas.openxmlformats.org/drawingml/2006/main">
              <a:ext uri="{FF2B5EF4-FFF2-40B4-BE49-F238E27FC236}">
                <a16:creationId xmlns:a16="http://schemas.microsoft.com/office/drawing/2014/main" id="{F2A437A2-15FD-491B-84E1-33A8F135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467350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E7E9"/>
            </a:solidFill>
            <a:prstDash val="solid"/>
          </a:ln>
        </p:spPr>
      </p:sp>
      <p:sp>
        <p:nvSpPr>
          <p:cNvPr id="40" name="Step 03 footer label">
            <a:extLst xmlns:a="http://schemas.openxmlformats.org/drawingml/2006/main">
              <a:ext uri="{FF2B5EF4-FFF2-40B4-BE49-F238E27FC236}">
                <a16:creationId xmlns:a16="http://schemas.microsoft.com/office/drawing/2014/main" id="{455C7C0A-AACF-486D-821D-19511592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591175"/>
            <a:ext cx="2314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BE12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E123C"/>
                </a:solidFill>
                <a:latin typeface="Arial"/>
                <a:ea typeface="Arial"/>
                <a:cs typeface="Arial"/>
              </a:rPr>
              <a:t>XỬ LÝ ĐA LUỒNG THÔNG MINH</a:t>
            </a:r>
          </a:p>
        </p:txBody>
      </p:sp>
    </p:spTree>
    <p:extLst>
      <p:ext uri="{BB962C8B-B14F-4D97-AF65-F5344CB8AC3E}">
        <p14:creationId xmlns:p14="http://schemas.microsoft.com/office/powerpoint/2010/main" val="17199733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2026-10-15T10:56:59.7550000Z</dcterms:created>
  <dcterms:modified xsi:type="dcterms:W3CDTF">2026-10-15T10:56:59.7550000Z</dcterms:modified>
</coreProperties>
</file>