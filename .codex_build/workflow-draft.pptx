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8a33ff90a74bca" /><Relationship Type="http://schemas.openxmlformats.org/officeDocument/2006/relationships/extended-properties" Target="/docProps/app.xml" Id="R12b88eb425c142c5" /><Relationship Type="http://schemas.openxmlformats.org/officeDocument/2006/relationships/officeDocument" Target="/ppt/presentation.xml" Id="R4906e7c5a87649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9f1a3fb2b647da"/>
  </p:sldMasterIdLst>
  <p:notesMasterIdLst>
    <p:notesMasterId xmlns:r="http://schemas.openxmlformats.org/officeDocument/2006/relationships" r:id="R49cc219aea90405f"/>
  </p:notesMasterIdLst>
  <p:sldIdLst>
    <p:sldId xmlns:r="http://schemas.openxmlformats.org/officeDocument/2006/relationships" id="256" r:id="R4de367506d2141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2ec40d3b2f4ebe" /><Relationship Type="http://schemas.openxmlformats.org/officeDocument/2006/relationships/slideMaster" Target="/ppt/slideMasters/slideMaster1.xml" Id="R629f1a3fb2b647da" /><Relationship Type="http://schemas.openxmlformats.org/officeDocument/2006/relationships/notesMaster" Target="/ppt/notesMasters/notesMaster1.xml" Id="R49cc219aea90405f" /><Relationship Type="http://schemas.openxmlformats.org/officeDocument/2006/relationships/presProps" Target="/ppt/presProps.xml" Id="R70296196b3a44c23" /><Relationship Type="http://schemas.openxmlformats.org/officeDocument/2006/relationships/tableStyles" Target="/ppt/tableStyles.xml" Id="R829db5bcc620404e" /><Relationship Type="http://schemas.openxmlformats.org/officeDocument/2006/relationships/slide" Target="/ppt/slides/slide1.xml" Id="R4de367506d2141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e942b75ce040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9bc51e5b8f41f5" /><Relationship Type="http://schemas.openxmlformats.org/officeDocument/2006/relationships/notesMaster" Target="/ppt/notesMasters/notesMaster1.xml" Id="R0fa255ec01b64f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3e9100295f4a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268d125bdc4b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6928888f2947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e330129d440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a571a37734b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af85e3ed448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F0716F-7AAE-4F20-98D4-8174FE357C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046698-BA4E-4559-B50C-EC829D2F31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63609A-629F-4B64-A997-7628BBB68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A7F8BD-A5C6-45BA-87F5-BA58BDA5E9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623606-3973-4E06-A7B9-DBD0CB9223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D95578-02D7-43B1-9F2C-078719FA58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67B100-6312-4376-9A80-C68A3FD36F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4E77D0-A1A4-4F76-938A-81C0C3342C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199F01-1BA8-44C1-B63C-BC34A19878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BC8D24-77A9-417A-B71B-C2782D1AD7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8a43eaf51947f7" /><Relationship Type="http://schemas.openxmlformats.org/officeDocument/2006/relationships/slideLayout" Target="/ppt/slideLayouts/slideLayout1.xml" Id="R28a9103704234c92" /><Relationship Type="http://schemas.openxmlformats.org/officeDocument/2006/relationships/slideLayout" Target="/ppt/slideLayouts/slideLayout2.xml" Id="R48f9f4e0f6994ac7" /><Relationship Type="http://schemas.openxmlformats.org/officeDocument/2006/relationships/slideLayout" Target="/ppt/slideLayouts/slideLayout3.xml" Id="Rbe0205d83c9b49ca" /><Relationship Type="http://schemas.openxmlformats.org/officeDocument/2006/relationships/slideLayout" Target="/ppt/slideLayouts/slideLayout4.xml" Id="R5cafb354829f4e46" /><Relationship Type="http://schemas.openxmlformats.org/officeDocument/2006/relationships/slideLayout" Target="/ppt/slideLayouts/slideLayout5.xml" Id="R465d1329bd254ad3" /><Relationship Type="http://schemas.openxmlformats.org/officeDocument/2006/relationships/slideLayout" Target="/ppt/slideLayouts/slideLayout6.xml" Id="R71f86c439d9746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a9103704234c92"/>
    <p:sldLayoutId xmlns:r="http://schemas.openxmlformats.org/officeDocument/2006/relationships" id="2147483650" r:id="R48f9f4e0f6994ac7"/>
    <p:sldLayoutId xmlns:r="http://schemas.openxmlformats.org/officeDocument/2006/relationships" id="2147483651" r:id="Rbe0205d83c9b49ca"/>
    <p:sldLayoutId xmlns:r="http://schemas.openxmlformats.org/officeDocument/2006/relationships" id="2147483652" r:id="R5cafb354829f4e46"/>
    <p:sldLayoutId xmlns:r="http://schemas.openxmlformats.org/officeDocument/2006/relationships" id="2147483653" r:id="R465d1329bd254ad3"/>
    <p:sldLayoutId xmlns:r="http://schemas.openxmlformats.org/officeDocument/2006/relationships" id="2147483654" r:id="R71f86c439d9746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956e71ede14d6a" /><Relationship Type="http://schemas.openxmlformats.org/officeDocument/2006/relationships/notesSlide" Target="/ppt/notesSlides/notesSlide1.xml" Id="Rb416652eca3149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5AD1D-D90A-4145-8316-45A973F86BB5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4257675" y="3810000"/>
            <a:ext cx="1847850" cy="1676400"/>
          </a:xfrm>
          <a:prstGeom xmlns:a="http://schemas.openxmlformats.org/drawingml/2006/main" prst="bentConnector2">
            <a:avLst/>
          </a:prstGeom>
          <a:ln xmlns:a="http://schemas.openxmlformats.org/drawingml/2006/main" w="21908">
            <a:solidFill>
              <a:srgbClr val="AAB8C4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C6A0A-4B0C-45C2-BD33-737505FBD3EA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7334250" y="40005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9653B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26BB45-19EB-4EEC-B399-7625F9862ED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8382000" y="31623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C9653B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39ED3A-3F79-4CD9-93EA-9F7056C3041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429250" y="31623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AB8C4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7D8335-96E3-4B83-AA30-7F1A1EE60A77}"/>
              </a:ext>
            </a:extLst>
          </p:cNvPr>
          <p:cNvCxnSpPr>
            <a:stCxn xmlns:a="http://schemas.openxmlformats.org/drawingml/2006/main" id="3" idx="6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381250" y="316230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AB8C4"/>
            </a:solidFill>
            <a:prstDash val="solid"/>
            <a:tailEnd type="triangle" w="sm" len="sm"/>
          </a:ln>
        </p:spPr>
      </p:cxnSp>
      <p:sp>
        <p:nvSpPr>
          <p:cNvPr id="2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E84F13E-61D0-4002-BD89-17576815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Workflow xử lý và phê duyệt</a:t>
            </a:r>
          </a:p>
        </p:txBody>
      </p:sp>
      <p:sp>
        <p:nvSpPr>
          <p:cNvPr id="2" name="Slide subtitle">
            <a:extLst xmlns:a="http://schemas.openxmlformats.org/drawingml/2006/main">
              <a:ext uri="{FF2B5EF4-FFF2-40B4-BE49-F238E27FC236}">
                <a16:creationId xmlns:a16="http://schemas.microsoft.com/office/drawing/2014/main" id="{120D05A4-89EC-40DF-8FBA-DED86B5C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Con người quyết định đầu ra. Nếu chưa đạt, họ sửa hoặc yêu cầu xử lý lại.</a:t>
            </a:r>
          </a:p>
        </p:txBody>
      </p:sp>
      <p:sp>
        <p:nvSpPr>
          <p:cNvPr id="3" name="Đầu vào">
            <a:extLst xmlns:a="http://schemas.openxmlformats.org/drawingml/2006/main">
              <a:ext uri="{FF2B5EF4-FFF2-40B4-BE49-F238E27FC236}">
                <a16:creationId xmlns:a16="http://schemas.microsoft.com/office/drawing/2014/main" id="{3DBEE983-5DD5-4A6D-BCF1-7094AE97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790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BF4"/>
          </a:solidFill>
          <a:ln xmlns:a="http://schemas.openxmlformats.org/drawingml/2006/main" w="14288">
            <a:solidFill>
              <a:srgbClr val="E3EBF4"/>
            </a:solidFill>
            <a:prstDash val="solid"/>
          </a:ln>
        </p:spPr>
      </p:sp>
      <p:sp>
        <p:nvSpPr>
          <p:cNvPr id="4" name="Xử lý">
            <a:extLst xmlns:a="http://schemas.openxmlformats.org/drawingml/2006/main">
              <a:ext uri="{FF2B5EF4-FFF2-40B4-BE49-F238E27FC236}">
                <a16:creationId xmlns:a16="http://schemas.microsoft.com/office/drawing/2014/main" id="{4A6DDB14-7CD6-46A8-97D6-1630268D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14600"/>
            <a:ext cx="2343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14288">
            <a:solidFill>
              <a:srgbClr val="CCD8E2"/>
            </a:solidFill>
            <a:prstDash val="solid"/>
          </a:ln>
        </p:spPr>
      </p:sp>
      <p:sp>
        <p:nvSpPr>
          <p:cNvPr id="5" name="Con người phê duyệt">
            <a:extLst xmlns:a="http://schemas.openxmlformats.org/drawingml/2006/main">
              <a:ext uri="{FF2B5EF4-FFF2-40B4-BE49-F238E27FC236}">
                <a16:creationId xmlns:a16="http://schemas.microsoft.com/office/drawing/2014/main" id="{AB761336-4CDD-418D-8D86-6DA10011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095500" cy="1676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D9CB"/>
          </a:solidFill>
          <a:ln xmlns:a="http://schemas.openxmlformats.org/drawingml/2006/main" w="20955">
            <a:solidFill>
              <a:srgbClr val="C9653B"/>
            </a:solidFill>
            <a:prstDash val="solid"/>
          </a:ln>
        </p:spPr>
      </p:sp>
      <p:sp>
        <p:nvSpPr>
          <p:cNvPr id="6" name="Đầu ra">
            <a:extLst xmlns:a="http://schemas.openxmlformats.org/drawingml/2006/main">
              <a:ext uri="{FF2B5EF4-FFF2-40B4-BE49-F238E27FC236}">
                <a16:creationId xmlns:a16="http://schemas.microsoft.com/office/drawing/2014/main" id="{35DB8663-C31B-42C5-976E-767DD6D8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28900"/>
            <a:ext cx="2238375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CE5"/>
          </a:solidFill>
          <a:ln xmlns:a="http://schemas.openxmlformats.org/drawingml/2006/main" w="14288">
            <a:solidFill>
              <a:srgbClr val="DDECE5"/>
            </a:solidFill>
            <a:prstDash val="solid"/>
          </a:ln>
        </p:spPr>
      </p:sp>
      <p:sp>
        <p:nvSpPr>
          <p:cNvPr id="7" name="Chỉnh sửa hoặc xử lý lại">
            <a:extLst xmlns:a="http://schemas.openxmlformats.org/drawingml/2006/main">
              <a:ext uri="{FF2B5EF4-FFF2-40B4-BE49-F238E27FC236}">
                <a16:creationId xmlns:a16="http://schemas.microsoft.com/office/drawing/2014/main" id="{3E106C7B-1DC3-4E86-A510-56B6C03B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048250"/>
            <a:ext cx="2457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14288">
            <a:solidFill>
              <a:srgbClr val="D8CDBB"/>
            </a:solidFill>
            <a:prstDash val="solid"/>
          </a:ln>
        </p:spPr>
      </p:sp>
      <p:sp>
        <p:nvSpPr>
          <p:cNvPr id="8" name="Input heading">
            <a:extLst xmlns:a="http://schemas.openxmlformats.org/drawingml/2006/main">
              <a:ext uri="{FF2B5EF4-FFF2-40B4-BE49-F238E27FC236}">
                <a16:creationId xmlns:a16="http://schemas.microsoft.com/office/drawing/2014/main" id="{08B65ADD-5C05-458B-B32A-893ADA28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ĐẦU VÀO</a:t>
            </a:r>
          </a:p>
        </p:txBody>
      </p:sp>
      <p:sp>
        <p:nvSpPr>
          <p:cNvPr id="9" name="Input detail">
            <a:extLst xmlns:a="http://schemas.openxmlformats.org/drawingml/2006/main">
              <a:ext uri="{FF2B5EF4-FFF2-40B4-BE49-F238E27FC236}">
                <a16:creationId xmlns:a16="http://schemas.microsoft.com/office/drawing/2014/main" id="{E62E18F8-E6AC-4C47-9CB4-044F1453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38475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Dữ liệu / tài liệu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Yêu cầu cần xử lý</a:t>
            </a:r>
          </a:p>
        </p:txBody>
      </p:sp>
      <p:sp>
        <p:nvSpPr>
          <p:cNvPr id="10" name="Process heading">
            <a:extLst xmlns:a="http://schemas.openxmlformats.org/drawingml/2006/main">
              <a:ext uri="{FF2B5EF4-FFF2-40B4-BE49-F238E27FC236}">
                <a16:creationId xmlns:a16="http://schemas.microsoft.com/office/drawing/2014/main" id="{DD9D4833-1E44-480E-B4C3-29E13BB4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670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XỬ LÝ</a:t>
            </a:r>
          </a:p>
        </p:txBody>
      </p:sp>
      <p:sp>
        <p:nvSpPr>
          <p:cNvPr id="11" name="Process detail">
            <a:extLst xmlns:a="http://schemas.openxmlformats.org/drawingml/2006/main">
              <a:ext uri="{FF2B5EF4-FFF2-40B4-BE49-F238E27FC236}">
                <a16:creationId xmlns:a16="http://schemas.microsoft.com/office/drawing/2014/main" id="{03BB5792-69AE-4E07-94B6-CBF3B28E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8132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Phân tích và tổng hợp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Đưa ra gợi ý</a:t>
            </a:r>
          </a:p>
        </p:txBody>
      </p:sp>
      <p:sp>
        <p:nvSpPr>
          <p:cNvPr id="12" name="Decision text">
            <a:extLst xmlns:a="http://schemas.openxmlformats.org/drawingml/2006/main">
              <a:ext uri="{FF2B5EF4-FFF2-40B4-BE49-F238E27FC236}">
                <a16:creationId xmlns:a16="http://schemas.microsoft.com/office/drawing/2014/main" id="{621D2F9A-6DD0-49CE-91AB-43FEEC5D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762250"/>
            <a:ext cx="1466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C965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98000"/>
              </a:lnSpc>
              <a:buNone/>
              <a:defRPr sz="1725" b="1">
                <a:solidFill>
                  <a:srgbClr val="C965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9653B"/>
                </a:solidFill>
                <a:latin typeface="Arial"/>
                <a:ea typeface="Arial"/>
                <a:cs typeface="Arial"/>
              </a:rPr>
              <a:t>CON NGƯỜI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1725" b="1">
                <a:solidFill>
                  <a:srgbClr val="C965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9653B"/>
                </a:solidFill>
                <a:latin typeface="Arial"/>
                <a:ea typeface="Arial"/>
                <a:cs typeface="Arial"/>
              </a:rPr>
              <a:t>PHÊ DUYỆT?</a:t>
            </a:r>
          </a:p>
        </p:txBody>
      </p:sp>
      <p:sp>
        <p:nvSpPr>
          <p:cNvPr id="13" name="Output heading">
            <a:extLst xmlns:a="http://schemas.openxmlformats.org/drawingml/2006/main">
              <a:ext uri="{FF2B5EF4-FFF2-40B4-BE49-F238E27FC236}">
                <a16:creationId xmlns:a16="http://schemas.microsoft.com/office/drawing/2014/main" id="{D09ECAEA-5525-4595-AD67-FA12E923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4320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315D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315D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D4D"/>
                </a:solidFill>
                <a:latin typeface="Arial"/>
                <a:ea typeface="Arial"/>
                <a:cs typeface="Arial"/>
              </a:rPr>
              <a:t>ĐẦU RA</a:t>
            </a:r>
          </a:p>
        </p:txBody>
      </p:sp>
      <p:sp>
        <p:nvSpPr>
          <p:cNvPr id="14" name="Output detail">
            <a:extLst xmlns:a="http://schemas.openxmlformats.org/drawingml/2006/main">
              <a:ext uri="{FF2B5EF4-FFF2-40B4-BE49-F238E27FC236}">
                <a16:creationId xmlns:a16="http://schemas.microsoft.com/office/drawing/2014/main" id="{46E4C5C7-37FD-4769-A670-E246D7B8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38475"/>
            <a:ext cx="185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Kết quả được duyệt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Sẵn sàng sử dụng</a:t>
            </a:r>
          </a:p>
        </p:txBody>
      </p:sp>
      <p:sp>
        <p:nvSpPr>
          <p:cNvPr id="15" name="Rework heading">
            <a:extLst xmlns:a="http://schemas.openxmlformats.org/drawingml/2006/main">
              <a:ext uri="{FF2B5EF4-FFF2-40B4-BE49-F238E27FC236}">
                <a16:creationId xmlns:a16="http://schemas.microsoft.com/office/drawing/2014/main" id="{FEDAD76E-E992-4E63-9B37-06DAC88F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244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CHƯA ĐẠT</a:t>
            </a:r>
          </a:p>
        </p:txBody>
      </p:sp>
      <p:sp>
        <p:nvSpPr>
          <p:cNvPr id="16" name="Rework detail">
            <a:extLst xmlns:a="http://schemas.openxmlformats.org/drawingml/2006/main">
              <a:ext uri="{FF2B5EF4-FFF2-40B4-BE49-F238E27FC236}">
                <a16:creationId xmlns:a16="http://schemas.microsoft.com/office/drawing/2014/main" id="{39212643-6765-4B53-AC41-AE487187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41972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Sửa hoặc yêu cầu xử lý lại</a:t>
            </a:r>
          </a:p>
        </p:txBody>
      </p:sp>
      <p:sp>
        <p:nvSpPr>
          <p:cNvPr id="22" name="Approved branch label">
            <a:extLst xmlns:a="http://schemas.openxmlformats.org/drawingml/2006/main">
              <a:ext uri="{FF2B5EF4-FFF2-40B4-BE49-F238E27FC236}">
                <a16:creationId xmlns:a16="http://schemas.microsoft.com/office/drawing/2014/main" id="{47605180-321F-4473-8456-83C482FA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15D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15D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D4D"/>
                </a:solidFill>
                <a:latin typeface="Arial"/>
                <a:ea typeface="Arial"/>
                <a:cs typeface="Arial"/>
              </a:rPr>
              <a:t>CÓ</a:t>
            </a:r>
          </a:p>
        </p:txBody>
      </p:sp>
      <p:sp>
        <p:nvSpPr>
          <p:cNvPr id="23" name="Rework branch label">
            <a:extLst xmlns:a="http://schemas.openxmlformats.org/drawingml/2006/main">
              <a:ext uri="{FF2B5EF4-FFF2-40B4-BE49-F238E27FC236}">
                <a16:creationId xmlns:a16="http://schemas.microsoft.com/office/drawing/2014/main" id="{B1F55192-4B02-4477-AB48-25F856E6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5767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C965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C9653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653B"/>
                </a:solidFill>
                <a:latin typeface="Arial"/>
                <a:ea typeface="Arial"/>
                <a:cs typeface="Arial"/>
              </a:rPr>
              <a:t>CHƯA</a:t>
            </a:r>
          </a:p>
        </p:txBody>
      </p:sp>
      <p:sp>
        <p:nvSpPr>
          <p:cNvPr id="24" name="Loopback label">
            <a:extLst xmlns:a="http://schemas.openxmlformats.org/drawingml/2006/main">
              <a:ext uri="{FF2B5EF4-FFF2-40B4-BE49-F238E27FC236}">
                <a16:creationId xmlns:a16="http://schemas.microsoft.com/office/drawing/2014/main" id="{9874C910-DDDF-4B30-941B-D2F8645D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572125"/>
            <a:ext cx="2447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6879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879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985"/>
                </a:solidFill>
                <a:latin typeface="Arial"/>
                <a:ea typeface="Arial"/>
                <a:cs typeface="Arial"/>
              </a:rPr>
              <a:t>CHỈNH SỬA / GỬI LẠI</a:t>
            </a:r>
          </a:p>
        </p:txBody>
      </p:sp>
    </p:spTree>
    <p:extLst>
      <p:ext uri="{BB962C8B-B14F-4D97-AF65-F5344CB8AC3E}">
        <p14:creationId xmlns:p14="http://schemas.microsoft.com/office/powerpoint/2010/main" val="1390258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2026-10-15T10:51:24.0060000Z</dcterms:created>
  <dcterms:modified xsi:type="dcterms:W3CDTF">2026-10-15T10:51:24.0060000Z</dcterms:modified>
</coreProperties>
</file>